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7" r:id="rId2"/>
    <p:sldId id="326" r:id="rId3"/>
    <p:sldId id="325" r:id="rId4"/>
    <p:sldId id="314" r:id="rId5"/>
    <p:sldId id="31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92" d="100"/>
          <a:sy n="92" d="100"/>
        </p:scale>
        <p:origin x="29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8B8F4-9852-27D4-E93F-F733E5DE4E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4D893-B500-9704-C6A9-88E53C3A4D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1CEE1-D4A5-668D-CD2D-3D4EA4B3A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5320-1C02-41F4-854A-088C44F3812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2A4AB-EF26-AA6C-78CC-28241EC67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466E4-6585-9960-D849-CB91C8AF1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ECE2-E273-4F80-A4F4-4F8B3E14B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458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19A5F-F40B-E97A-ED60-70BF541E8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47297-FA92-8BC5-3226-0DAC9821D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2E1D1-5AC6-45FD-C9B5-A0EDE5ED2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5320-1C02-41F4-854A-088C44F3812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D2BB1-57CD-241F-8273-F2FA90FFA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DACCC-E788-884D-E36F-E81B4DF2F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ECE2-E273-4F80-A4F4-4F8B3E14B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685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A7A2C-A0E1-2026-F43F-853AF3508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8465B-EB48-A648-465F-82947609A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5FF85-6974-0E4B-DF87-C4895B8F1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5320-1C02-41F4-854A-088C44F3812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8C1B3-D078-1744-F214-1FB6A589D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CD4EA-EEEC-60D9-842C-18D3F0F88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ECE2-E273-4F80-A4F4-4F8B3E14B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362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64897-6C39-962B-A600-0A5DDAD9F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F75BC-19BA-E44C-B59C-0436A2B08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24F323-65DE-1ABD-09DA-8EECEE83A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841B06-612A-74BC-5B80-B986B8E7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5320-1C02-41F4-854A-088C44F3812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C8EF19-5E62-5D6F-0F2F-88D4AE4FE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5ACF5-0191-9026-CE10-F298ABD88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ECE2-E273-4F80-A4F4-4F8B3E14B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941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41465-1E16-4491-1D06-77E587DC2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4DC75-85C6-6C1A-F17C-FDFF04404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7ED2A2-99C4-1284-3CEC-D57FC7E94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D23C37-38EC-C6F5-5EB9-8A6B4FDDD3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701950-F599-182C-8316-799350E1FB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8C8B60-1FA4-1F78-3E4A-C67435E78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5320-1C02-41F4-854A-088C44F3812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7EF9B7-C720-7CA0-60C5-080DF7F35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1B12EF-E583-4A9C-CC83-E5D981409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ECE2-E273-4F80-A4F4-4F8B3E14B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00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325F5-681E-D8C8-4053-2F2E9C123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F3F66D-F8C3-2EEB-CE8D-95D035C1A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5320-1C02-41F4-854A-088C44F3812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79049F-5506-85DA-D4C5-A44A7043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8AB72B-80B7-FE26-8D3F-A379F790E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ECE2-E273-4F80-A4F4-4F8B3E14B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148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D6F664-04BA-42C1-3EA9-6BA634C8B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5320-1C02-41F4-854A-088C44F3812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E1AE01-2B63-A824-5E4C-BD19DE741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A21A86-2C01-FC63-3EEF-EDE9F95B2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ECE2-E273-4F80-A4F4-4F8B3E14B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779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74D9F-C514-75ED-99D4-575B333BE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BF90A-F754-A4D9-627B-77D3DDCCF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3B879B-3A9C-4DBD-CE43-5896542656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F116FF-307A-C11F-7268-A97F21B6E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5320-1C02-41F4-854A-088C44F3812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CFECD-5E71-6E21-3D91-FFFDC4379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5C92E9-6E6F-EF5A-63E7-FF539D0EB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ECE2-E273-4F80-A4F4-4F8B3E14B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366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34595-82FA-A815-A033-AAE339375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83C9B9-E376-2F10-554E-24C398E116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16E3AB-311D-7FA7-D457-163EBE5480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0B7412-7494-9F76-92EB-248F4531D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5320-1C02-41F4-854A-088C44F3812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556AD3-E444-1082-FBF3-19A217781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5255E2-ECB3-AA53-C091-6694917C4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ECE2-E273-4F80-A4F4-4F8B3E14B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655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AC10E-2452-2702-1489-166350F01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582A09-59DD-AD08-10F8-20BC4252DC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4BE92-8B32-A98A-AE79-1FA79F1E8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5320-1C02-41F4-854A-088C44F3812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E5CB6-0489-49F4-88E7-589924739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45735-F480-A606-AD9F-8CE12D11A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ECE2-E273-4F80-A4F4-4F8B3E14B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087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58DA30-E44E-A551-67F3-EBAAF06C02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77CFD1-CB80-C29D-7CDC-D2E70185FB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1DB62-869D-94C5-EEC5-1F1E9129A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35320-1C02-41F4-854A-088C44F3812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5C7DD-CBD3-53DA-8340-B5B2442A4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F440F-65BA-A408-37B7-2038B9EFD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ECE2-E273-4F80-A4F4-4F8B3E14B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671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F50F5B-88E7-874F-F54D-74D5D5C6C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6678E-7EAD-3CF3-706F-2C6A07E71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CB73F-3B26-1524-25C8-EC0EFFD0D3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F35320-1C02-41F4-854A-088C44F3812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F20D8-87A7-2401-2AF3-12E0C8A19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6A8C5-D464-C7FE-7F53-BC1109AEB1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0DECE2-E273-4F80-A4F4-4F8B3E14B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615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8F28F-814F-B509-FBBE-F7B600C5C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room">
            <a:extLst>
              <a:ext uri="{FF2B5EF4-FFF2-40B4-BE49-F238E27FC236}">
                <a16:creationId xmlns:a16="http://schemas.microsoft.com/office/drawing/2014/main" id="{F065CCA3-0470-0E5B-67E5-9D114C1506EE}"/>
              </a:ext>
            </a:extLst>
          </p:cNvPr>
          <p:cNvGrpSpPr/>
          <p:nvPr/>
        </p:nvGrpSpPr>
        <p:grpSpPr>
          <a:xfrm>
            <a:off x="0" y="162046"/>
            <a:ext cx="12192000" cy="6655443"/>
            <a:chOff x="0" y="162046"/>
            <a:chExt cx="12192000" cy="6655443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ADE19EA-9B34-D3E7-EDB6-86FFD6995F19}"/>
                </a:ext>
              </a:extLst>
            </p:cNvPr>
            <p:cNvSpPr/>
            <p:nvPr/>
          </p:nvSpPr>
          <p:spPr>
            <a:xfrm>
              <a:off x="966486" y="574399"/>
              <a:ext cx="10828116" cy="551388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E08104B-8626-792C-BC16-8DA35C7A90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0" y="6088284"/>
              <a:ext cx="966486" cy="7292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7938B61-739D-92D6-E7DB-47CEDDF448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794602" y="6088283"/>
              <a:ext cx="397398" cy="7292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F53A63B-F77A-D48A-68A1-AA495BA4B61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62046"/>
              <a:ext cx="463560" cy="17362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356460E-F2B5-432B-7628-875881E46B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4602" y="248856"/>
              <a:ext cx="397398" cy="32554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devices">
            <a:extLst>
              <a:ext uri="{FF2B5EF4-FFF2-40B4-BE49-F238E27FC236}">
                <a16:creationId xmlns:a16="http://schemas.microsoft.com/office/drawing/2014/main" id="{87A1FB08-D5A5-25F7-DE12-FDE344F323E1}"/>
              </a:ext>
            </a:extLst>
          </p:cNvPr>
          <p:cNvGrpSpPr/>
          <p:nvPr/>
        </p:nvGrpSpPr>
        <p:grpSpPr>
          <a:xfrm>
            <a:off x="468421" y="64273"/>
            <a:ext cx="11532918" cy="5514662"/>
            <a:chOff x="468421" y="64273"/>
            <a:chExt cx="11532918" cy="5514662"/>
          </a:xfrm>
        </p:grpSpPr>
        <p:pic>
          <p:nvPicPr>
            <p:cNvPr id="8" name="Picture 7" descr="A white electrical outlet with red button">
              <a:extLst>
                <a:ext uri="{FF2B5EF4-FFF2-40B4-BE49-F238E27FC236}">
                  <a16:creationId xmlns:a16="http://schemas.microsoft.com/office/drawing/2014/main" id="{837A2094-0358-EB49-D20A-71871DA73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519"/>
            <a:stretch/>
          </p:blipFill>
          <p:spPr>
            <a:xfrm>
              <a:off x="2328026" y="4115895"/>
              <a:ext cx="902261" cy="1463040"/>
            </a:xfrm>
            <a:prstGeom prst="rect">
              <a:avLst/>
            </a:prstGeom>
          </p:spPr>
        </p:pic>
        <p:pic>
          <p:nvPicPr>
            <p:cNvPr id="2" name="Picture 1" descr="A row of white electrical outlets&#10;&#10;AI-generated content may be incorrect.">
              <a:extLst>
                <a:ext uri="{FF2B5EF4-FFF2-40B4-BE49-F238E27FC236}">
                  <a16:creationId xmlns:a16="http://schemas.microsoft.com/office/drawing/2014/main" id="{168B3CB9-41F4-E2EA-F650-2BCBCBE374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661" t="23292" r="33572" b="23122"/>
            <a:stretch/>
          </p:blipFill>
          <p:spPr>
            <a:xfrm>
              <a:off x="5399584" y="4090376"/>
              <a:ext cx="332291" cy="543423"/>
            </a:xfrm>
            <a:prstGeom prst="rect">
              <a:avLst/>
            </a:prstGeom>
          </p:spPr>
        </p:pic>
        <p:pic>
          <p:nvPicPr>
            <p:cNvPr id="7" name="Picture 6" descr="A row of white electrical outlets&#10;&#10;AI-generated content may be incorrect.">
              <a:extLst>
                <a:ext uri="{FF2B5EF4-FFF2-40B4-BE49-F238E27FC236}">
                  <a16:creationId xmlns:a16="http://schemas.microsoft.com/office/drawing/2014/main" id="{42ACF893-F8D8-6AE6-1C25-1678F803FC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661" t="23292" r="33572" b="23122"/>
            <a:stretch/>
          </p:blipFill>
          <p:spPr>
            <a:xfrm>
              <a:off x="8433312" y="4090376"/>
              <a:ext cx="332291" cy="543423"/>
            </a:xfrm>
            <a:prstGeom prst="rect">
              <a:avLst/>
            </a:prstGeom>
          </p:spPr>
        </p:pic>
        <p:pic>
          <p:nvPicPr>
            <p:cNvPr id="9" name="Picture 8" descr="A white rectangular light switch&#10;&#10;AI-generated content may be incorrect.">
              <a:extLst>
                <a:ext uri="{FF2B5EF4-FFF2-40B4-BE49-F238E27FC236}">
                  <a16:creationId xmlns:a16="http://schemas.microsoft.com/office/drawing/2014/main" id="{0BC96458-E018-DBD3-99A4-D29B0818DF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832" t="1097" r="22011" b="2700"/>
            <a:stretch/>
          </p:blipFill>
          <p:spPr>
            <a:xfrm>
              <a:off x="2456258" y="1582366"/>
              <a:ext cx="334157" cy="543423"/>
            </a:xfrm>
            <a:prstGeom prst="rect">
              <a:avLst/>
            </a:prstGeom>
          </p:spPr>
        </p:pic>
        <p:pic>
          <p:nvPicPr>
            <p:cNvPr id="11" name="Picture 10" descr="A light switch on a wall">
              <a:extLst>
                <a:ext uri="{FF2B5EF4-FFF2-40B4-BE49-F238E27FC236}">
                  <a16:creationId xmlns:a16="http://schemas.microsoft.com/office/drawing/2014/main" id="{296AF04E-763F-AFF5-7193-51EAB6B80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888" t="32827" r="11048" b="33304"/>
            <a:stretch/>
          </p:blipFill>
          <p:spPr>
            <a:xfrm>
              <a:off x="10742959" y="2593715"/>
              <a:ext cx="347976" cy="543423"/>
            </a:xfrm>
            <a:prstGeom prst="rect">
              <a:avLst/>
            </a:prstGeom>
          </p:spPr>
        </p:pic>
        <p:pic>
          <p:nvPicPr>
            <p:cNvPr id="12" name="Picture 11" descr="A light switch on a wall">
              <a:extLst>
                <a:ext uri="{FF2B5EF4-FFF2-40B4-BE49-F238E27FC236}">
                  <a16:creationId xmlns:a16="http://schemas.microsoft.com/office/drawing/2014/main" id="{E2E67D2E-AE07-0103-CC67-05768445181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888" t="32827" r="11048" b="33304"/>
            <a:stretch/>
          </p:blipFill>
          <p:spPr>
            <a:xfrm>
              <a:off x="4481938" y="1903352"/>
              <a:ext cx="347976" cy="543423"/>
            </a:xfrm>
            <a:prstGeom prst="rect">
              <a:avLst/>
            </a:prstGeom>
          </p:spPr>
        </p:pic>
        <p:pic>
          <p:nvPicPr>
            <p:cNvPr id="13" name="Picture 12" descr="A light switch on a wall">
              <a:extLst>
                <a:ext uri="{FF2B5EF4-FFF2-40B4-BE49-F238E27FC236}">
                  <a16:creationId xmlns:a16="http://schemas.microsoft.com/office/drawing/2014/main" id="{68AD694A-FB77-A5A8-AB42-A632D32CB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888" t="32827" r="11048" b="33304"/>
            <a:stretch/>
          </p:blipFill>
          <p:spPr>
            <a:xfrm>
              <a:off x="6193576" y="1903352"/>
              <a:ext cx="347976" cy="543423"/>
            </a:xfrm>
            <a:prstGeom prst="rect">
              <a:avLst/>
            </a:prstGeom>
          </p:spPr>
        </p:pic>
        <p:pic>
          <p:nvPicPr>
            <p:cNvPr id="14" name="Picture 13" descr="A light switch on a wall">
              <a:extLst>
                <a:ext uri="{FF2B5EF4-FFF2-40B4-BE49-F238E27FC236}">
                  <a16:creationId xmlns:a16="http://schemas.microsoft.com/office/drawing/2014/main" id="{00817FA4-7847-A020-8FB2-FB7BEDBDE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888" t="32827" r="11048" b="33304"/>
            <a:stretch/>
          </p:blipFill>
          <p:spPr>
            <a:xfrm>
              <a:off x="7905214" y="1903352"/>
              <a:ext cx="347976" cy="543423"/>
            </a:xfrm>
            <a:prstGeom prst="rect">
              <a:avLst/>
            </a:prstGeom>
          </p:spPr>
        </p:pic>
        <p:pic>
          <p:nvPicPr>
            <p:cNvPr id="18" name="Picture 17" descr="A light fixture with a light bulb&#10;&#10;AI-generated content may be incorrect.">
              <a:extLst>
                <a:ext uri="{FF2B5EF4-FFF2-40B4-BE49-F238E27FC236}">
                  <a16:creationId xmlns:a16="http://schemas.microsoft.com/office/drawing/2014/main" id="{D605E633-B1BF-0BCF-069A-DC56AFE28E3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84" t="-252" r="13994" b="1"/>
            <a:stretch/>
          </p:blipFill>
          <p:spPr>
            <a:xfrm>
              <a:off x="468421" y="169569"/>
              <a:ext cx="685434" cy="963466"/>
            </a:xfrm>
            <a:prstGeom prst="rect">
              <a:avLst/>
            </a:prstGeom>
          </p:spPr>
        </p:pic>
        <p:pic>
          <p:nvPicPr>
            <p:cNvPr id="28" name="Picture 27" descr="A light fixture with a light bulb&#10;&#10;AI-generated content may be incorrect.">
              <a:extLst>
                <a:ext uri="{FF2B5EF4-FFF2-40B4-BE49-F238E27FC236}">
                  <a16:creationId xmlns:a16="http://schemas.microsoft.com/office/drawing/2014/main" id="{5152174E-8E15-0D7F-E73C-21AEFC550CB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84" t="-252" r="13994" b="1"/>
            <a:stretch/>
          </p:blipFill>
          <p:spPr>
            <a:xfrm>
              <a:off x="11315905" y="64273"/>
              <a:ext cx="685434" cy="963466"/>
            </a:xfrm>
            <a:prstGeom prst="rect">
              <a:avLst/>
            </a:prstGeom>
          </p:spPr>
        </p:pic>
      </p:grpSp>
      <p:sp>
        <p:nvSpPr>
          <p:cNvPr id="111" name="title">
            <a:extLst>
              <a:ext uri="{FF2B5EF4-FFF2-40B4-BE49-F238E27FC236}">
                <a16:creationId xmlns:a16="http://schemas.microsoft.com/office/drawing/2014/main" id="{0FEF8F71-27F7-FD16-8DCB-DBDA814D88DE}"/>
              </a:ext>
            </a:extLst>
          </p:cNvPr>
          <p:cNvSpPr txBox="1"/>
          <p:nvPr/>
        </p:nvSpPr>
        <p:spPr>
          <a:xfrm>
            <a:off x="3410376" y="-69862"/>
            <a:ext cx="47296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Today’s Lab</a:t>
            </a:r>
          </a:p>
        </p:txBody>
      </p:sp>
      <p:grpSp>
        <p:nvGrpSpPr>
          <p:cNvPr id="29" name="Power red arrows" hidden="1">
            <a:extLst>
              <a:ext uri="{FF2B5EF4-FFF2-40B4-BE49-F238E27FC236}">
                <a16:creationId xmlns:a16="http://schemas.microsoft.com/office/drawing/2014/main" id="{21CC6C9A-499D-D8DF-333A-13166275E61E}"/>
              </a:ext>
            </a:extLst>
          </p:cNvPr>
          <p:cNvGrpSpPr/>
          <p:nvPr/>
        </p:nvGrpSpPr>
        <p:grpSpPr>
          <a:xfrm>
            <a:off x="554201" y="1082694"/>
            <a:ext cx="10188757" cy="5734795"/>
            <a:chOff x="554201" y="1082694"/>
            <a:chExt cx="10188757" cy="5734795"/>
          </a:xfrm>
        </p:grpSpPr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A15344A0-DB13-F1CD-B1EB-6DB8A55D18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4201" y="5181367"/>
              <a:ext cx="1605687" cy="1636122"/>
            </a:xfrm>
            <a:prstGeom prst="straightConnector1">
              <a:avLst/>
            </a:pr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7382CB0C-A552-4888-BD26-430617912F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38905" y="5225646"/>
              <a:ext cx="1598133" cy="0"/>
            </a:xfrm>
            <a:prstGeom prst="straightConnector1">
              <a:avLst/>
            </a:pr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43632AF6-AEB9-D5D1-8650-72494B8257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2711" y="5239524"/>
              <a:ext cx="1598133" cy="0"/>
            </a:xfrm>
            <a:prstGeom prst="straightConnector1">
              <a:avLst/>
            </a:pr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2E1B7304-AA02-B8D2-A06D-6BEBE6D1F43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74048" y="1130544"/>
              <a:ext cx="1053978" cy="1332338"/>
            </a:xfrm>
            <a:prstGeom prst="straightConnector1">
              <a:avLst/>
            </a:pr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6DAFB57-AFBA-7579-971B-E0FC3D27FDD9}"/>
                </a:ext>
              </a:extLst>
            </p:cNvPr>
            <p:cNvSpPr/>
            <p:nvPr/>
          </p:nvSpPr>
          <p:spPr>
            <a:xfrm>
              <a:off x="1461668" y="2608356"/>
              <a:ext cx="910159" cy="2271025"/>
            </a:xfrm>
            <a:custGeom>
              <a:avLst/>
              <a:gdLst>
                <a:gd name="connsiteX0" fmla="*/ 0 w 2333683"/>
                <a:gd name="connsiteY0" fmla="*/ 1817580 h 1817580"/>
                <a:gd name="connsiteX1" fmla="*/ 33659 w 2333683"/>
                <a:gd name="connsiteY1" fmla="*/ 762935 h 1817580"/>
                <a:gd name="connsiteX2" fmla="*/ 2333683 w 2333683"/>
                <a:gd name="connsiteY2" fmla="*/ 0 h 1817580"/>
                <a:gd name="connsiteX0" fmla="*/ 0 w 2333683"/>
                <a:gd name="connsiteY0" fmla="*/ 1817580 h 1817580"/>
                <a:gd name="connsiteX1" fmla="*/ 7077 w 2333683"/>
                <a:gd name="connsiteY1" fmla="*/ 1005206 h 1817580"/>
                <a:gd name="connsiteX2" fmla="*/ 2333683 w 2333683"/>
                <a:gd name="connsiteY2" fmla="*/ 0 h 1817580"/>
                <a:gd name="connsiteX0" fmla="*/ 519074 w 2852757"/>
                <a:gd name="connsiteY0" fmla="*/ 1817580 h 1817580"/>
                <a:gd name="connsiteX1" fmla="*/ 0 w 2852757"/>
                <a:gd name="connsiteY1" fmla="*/ 629109 h 1817580"/>
                <a:gd name="connsiteX2" fmla="*/ 2852757 w 2852757"/>
                <a:gd name="connsiteY2" fmla="*/ 0 h 1817580"/>
                <a:gd name="connsiteX0" fmla="*/ 519074 w 727523"/>
                <a:gd name="connsiteY0" fmla="*/ 2099654 h 2099654"/>
                <a:gd name="connsiteX1" fmla="*/ 0 w 727523"/>
                <a:gd name="connsiteY1" fmla="*/ 911183 h 2099654"/>
                <a:gd name="connsiteX2" fmla="*/ 727523 w 727523"/>
                <a:gd name="connsiteY2" fmla="*/ 0 h 2099654"/>
                <a:gd name="connsiteX0" fmla="*/ 519074 w 727523"/>
                <a:gd name="connsiteY0" fmla="*/ 2099654 h 2099654"/>
                <a:gd name="connsiteX1" fmla="*/ 0 w 727523"/>
                <a:gd name="connsiteY1" fmla="*/ 911183 h 2099654"/>
                <a:gd name="connsiteX2" fmla="*/ 727523 w 727523"/>
                <a:gd name="connsiteY2" fmla="*/ 0 h 2099654"/>
                <a:gd name="connsiteX0" fmla="*/ 528703 w 737152"/>
                <a:gd name="connsiteY0" fmla="*/ 2099654 h 2099654"/>
                <a:gd name="connsiteX1" fmla="*/ 0 w 737152"/>
                <a:gd name="connsiteY1" fmla="*/ 1042817 h 2099654"/>
                <a:gd name="connsiteX2" fmla="*/ 737152 w 737152"/>
                <a:gd name="connsiteY2" fmla="*/ 0 h 2099654"/>
                <a:gd name="connsiteX0" fmla="*/ 528703 w 862582"/>
                <a:gd name="connsiteY0" fmla="*/ 2077640 h 2077640"/>
                <a:gd name="connsiteX1" fmla="*/ 0 w 862582"/>
                <a:gd name="connsiteY1" fmla="*/ 1020803 h 2077640"/>
                <a:gd name="connsiteX2" fmla="*/ 862582 w 862582"/>
                <a:gd name="connsiteY2" fmla="*/ 0 h 2077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62582" h="2077640">
                  <a:moveTo>
                    <a:pt x="528703" y="2077640"/>
                  </a:moveTo>
                  <a:lnTo>
                    <a:pt x="0" y="1020803"/>
                  </a:lnTo>
                  <a:cubicBezTo>
                    <a:pt x="242508" y="717075"/>
                    <a:pt x="620074" y="303728"/>
                    <a:pt x="862582" y="0"/>
                  </a:cubicBezTo>
                </a:path>
              </a:pathLst>
            </a:cu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C2D6052A-D34D-8329-2E2D-48DDAFB76F4D}"/>
                </a:ext>
              </a:extLst>
            </p:cNvPr>
            <p:cNvCxnSpPr>
              <a:cxnSpLocks/>
            </p:cNvCxnSpPr>
            <p:nvPr/>
          </p:nvCxnSpPr>
          <p:spPr>
            <a:xfrm>
              <a:off x="5499027" y="2734838"/>
              <a:ext cx="711974" cy="0"/>
            </a:xfrm>
            <a:prstGeom prst="straightConnector1">
              <a:avLst/>
            </a:pr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F32F325B-317D-D90C-BA42-DB116D8EF7A9}"/>
                </a:ext>
              </a:extLst>
            </p:cNvPr>
            <p:cNvCxnSpPr>
              <a:cxnSpLocks/>
            </p:cNvCxnSpPr>
            <p:nvPr/>
          </p:nvCxnSpPr>
          <p:spPr>
            <a:xfrm>
              <a:off x="7193239" y="2666604"/>
              <a:ext cx="711974" cy="0"/>
            </a:xfrm>
            <a:prstGeom prst="straightConnector1">
              <a:avLst/>
            </a:pr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09AD90E0-8550-95B9-DE8D-9165DA9839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3681" y="1082694"/>
              <a:ext cx="1889277" cy="1583910"/>
            </a:xfrm>
            <a:prstGeom prst="straightConnector1">
              <a:avLst/>
            </a:pr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3824BEC8-AF54-7A47-E05D-CE19840734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96442" y="3598363"/>
              <a:ext cx="1343591" cy="876917"/>
            </a:xfrm>
            <a:prstGeom prst="straightConnector1">
              <a:avLst/>
            </a:prstGeom>
            <a:ln w="92075">
              <a:solidFill>
                <a:srgbClr val="C00000"/>
              </a:solidFill>
              <a:headEnd type="triangle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4A59F85-C654-DEAE-3E62-1D826F6D6C10}"/>
                </a:ext>
              </a:extLst>
            </p:cNvPr>
            <p:cNvSpPr/>
            <p:nvPr/>
          </p:nvSpPr>
          <p:spPr>
            <a:xfrm>
              <a:off x="4086635" y="2732048"/>
              <a:ext cx="1233504" cy="1938123"/>
            </a:xfrm>
            <a:custGeom>
              <a:avLst/>
              <a:gdLst>
                <a:gd name="connsiteX0" fmla="*/ 0 w 2333683"/>
                <a:gd name="connsiteY0" fmla="*/ 1817580 h 1817580"/>
                <a:gd name="connsiteX1" fmla="*/ 33659 w 2333683"/>
                <a:gd name="connsiteY1" fmla="*/ 762935 h 1817580"/>
                <a:gd name="connsiteX2" fmla="*/ 2333683 w 2333683"/>
                <a:gd name="connsiteY2" fmla="*/ 0 h 1817580"/>
                <a:gd name="connsiteX0" fmla="*/ 0 w 2333683"/>
                <a:gd name="connsiteY0" fmla="*/ 1817580 h 1817580"/>
                <a:gd name="connsiteX1" fmla="*/ 7077 w 2333683"/>
                <a:gd name="connsiteY1" fmla="*/ 1005206 h 1817580"/>
                <a:gd name="connsiteX2" fmla="*/ 2333683 w 2333683"/>
                <a:gd name="connsiteY2" fmla="*/ 0 h 1817580"/>
                <a:gd name="connsiteX0" fmla="*/ 519074 w 2852757"/>
                <a:gd name="connsiteY0" fmla="*/ 1817580 h 1817580"/>
                <a:gd name="connsiteX1" fmla="*/ 0 w 2852757"/>
                <a:gd name="connsiteY1" fmla="*/ 629109 h 1817580"/>
                <a:gd name="connsiteX2" fmla="*/ 2852757 w 2852757"/>
                <a:gd name="connsiteY2" fmla="*/ 0 h 1817580"/>
                <a:gd name="connsiteX0" fmla="*/ 519074 w 727523"/>
                <a:gd name="connsiteY0" fmla="*/ 2099654 h 2099654"/>
                <a:gd name="connsiteX1" fmla="*/ 0 w 727523"/>
                <a:gd name="connsiteY1" fmla="*/ 911183 h 2099654"/>
                <a:gd name="connsiteX2" fmla="*/ 727523 w 727523"/>
                <a:gd name="connsiteY2" fmla="*/ 0 h 2099654"/>
                <a:gd name="connsiteX0" fmla="*/ 519074 w 727523"/>
                <a:gd name="connsiteY0" fmla="*/ 2099654 h 2099654"/>
                <a:gd name="connsiteX1" fmla="*/ 0 w 727523"/>
                <a:gd name="connsiteY1" fmla="*/ 911183 h 2099654"/>
                <a:gd name="connsiteX2" fmla="*/ 727523 w 727523"/>
                <a:gd name="connsiteY2" fmla="*/ 0 h 2099654"/>
                <a:gd name="connsiteX0" fmla="*/ 528703 w 737152"/>
                <a:gd name="connsiteY0" fmla="*/ 2099654 h 2099654"/>
                <a:gd name="connsiteX1" fmla="*/ 0 w 737152"/>
                <a:gd name="connsiteY1" fmla="*/ 1042817 h 2099654"/>
                <a:gd name="connsiteX2" fmla="*/ 737152 w 737152"/>
                <a:gd name="connsiteY2" fmla="*/ 0 h 2099654"/>
                <a:gd name="connsiteX0" fmla="*/ 1554181 w 1554181"/>
                <a:gd name="connsiteY0" fmla="*/ 1476586 h 1476586"/>
                <a:gd name="connsiteX1" fmla="*/ 0 w 1554181"/>
                <a:gd name="connsiteY1" fmla="*/ 1042817 h 1476586"/>
                <a:gd name="connsiteX2" fmla="*/ 737152 w 1554181"/>
                <a:gd name="connsiteY2" fmla="*/ 0 h 1476586"/>
                <a:gd name="connsiteX0" fmla="*/ 1159396 w 1159396"/>
                <a:gd name="connsiteY0" fmla="*/ 1476586 h 1476586"/>
                <a:gd name="connsiteX1" fmla="*/ 0 w 1159396"/>
                <a:gd name="connsiteY1" fmla="*/ 823426 h 1476586"/>
                <a:gd name="connsiteX2" fmla="*/ 342367 w 1159396"/>
                <a:gd name="connsiteY2" fmla="*/ 0 h 1476586"/>
                <a:gd name="connsiteX0" fmla="*/ 1159396 w 1159396"/>
                <a:gd name="connsiteY0" fmla="*/ 1476586 h 1476586"/>
                <a:gd name="connsiteX1" fmla="*/ 0 w 1159396"/>
                <a:gd name="connsiteY1" fmla="*/ 823426 h 1476586"/>
                <a:gd name="connsiteX2" fmla="*/ 342367 w 1159396"/>
                <a:gd name="connsiteY2" fmla="*/ 0 h 1476586"/>
                <a:gd name="connsiteX0" fmla="*/ 1173839 w 1173839"/>
                <a:gd name="connsiteY0" fmla="*/ 1476586 h 1476586"/>
                <a:gd name="connsiteX1" fmla="*/ 0 w 1173839"/>
                <a:gd name="connsiteY1" fmla="*/ 516280 h 1476586"/>
                <a:gd name="connsiteX2" fmla="*/ 356810 w 1173839"/>
                <a:gd name="connsiteY2" fmla="*/ 0 h 1476586"/>
                <a:gd name="connsiteX0" fmla="*/ 1202726 w 1202726"/>
                <a:gd name="connsiteY0" fmla="*/ 1674037 h 1674037"/>
                <a:gd name="connsiteX1" fmla="*/ 0 w 1202726"/>
                <a:gd name="connsiteY1" fmla="*/ 516280 h 1674037"/>
                <a:gd name="connsiteX2" fmla="*/ 356810 w 1202726"/>
                <a:gd name="connsiteY2" fmla="*/ 0 h 1674037"/>
                <a:gd name="connsiteX0" fmla="*/ 1246056 w 1246056"/>
                <a:gd name="connsiteY0" fmla="*/ 1674037 h 1674037"/>
                <a:gd name="connsiteX1" fmla="*/ 0 w 1246056"/>
                <a:gd name="connsiteY1" fmla="*/ 770773 h 1674037"/>
                <a:gd name="connsiteX2" fmla="*/ 400140 w 1246056"/>
                <a:gd name="connsiteY2" fmla="*/ 0 h 1674037"/>
                <a:gd name="connsiteX0" fmla="*/ 1077550 w 1077550"/>
                <a:gd name="connsiteY0" fmla="*/ 1674037 h 1674037"/>
                <a:gd name="connsiteX1" fmla="*/ 0 w 1077550"/>
                <a:gd name="connsiteY1" fmla="*/ 832203 h 1674037"/>
                <a:gd name="connsiteX2" fmla="*/ 231634 w 1077550"/>
                <a:gd name="connsiteY2" fmla="*/ 0 h 1674037"/>
                <a:gd name="connsiteX0" fmla="*/ 1169024 w 1169024"/>
                <a:gd name="connsiteY0" fmla="*/ 1674037 h 1674037"/>
                <a:gd name="connsiteX1" fmla="*/ 0 w 1169024"/>
                <a:gd name="connsiteY1" fmla="*/ 823427 h 1674037"/>
                <a:gd name="connsiteX2" fmla="*/ 323108 w 1169024"/>
                <a:gd name="connsiteY2" fmla="*/ 0 h 1674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69024" h="1674037">
                  <a:moveTo>
                    <a:pt x="1169024" y="1674037"/>
                  </a:moveTo>
                  <a:lnTo>
                    <a:pt x="0" y="823427"/>
                  </a:lnTo>
                  <a:lnTo>
                    <a:pt x="323108" y="0"/>
                  </a:lnTo>
                </a:path>
              </a:pathLst>
            </a:cu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een areas and numbers" hidden="1">
            <a:extLst>
              <a:ext uri="{FF2B5EF4-FFF2-40B4-BE49-F238E27FC236}">
                <a16:creationId xmlns:a16="http://schemas.microsoft.com/office/drawing/2014/main" id="{46F5F39C-6B87-D559-386A-F98029193567}"/>
              </a:ext>
            </a:extLst>
          </p:cNvPr>
          <p:cNvGrpSpPr/>
          <p:nvPr/>
        </p:nvGrpSpPr>
        <p:grpSpPr>
          <a:xfrm>
            <a:off x="49659" y="-127371"/>
            <a:ext cx="11911293" cy="6067360"/>
            <a:chOff x="49659" y="-127371"/>
            <a:chExt cx="11911293" cy="6067360"/>
          </a:xfrm>
        </p:grpSpPr>
        <p:sp>
          <p:nvSpPr>
            <p:cNvPr id="5" name="area 6">
              <a:extLst>
                <a:ext uri="{FF2B5EF4-FFF2-40B4-BE49-F238E27FC236}">
                  <a16:creationId xmlns:a16="http://schemas.microsoft.com/office/drawing/2014/main" id="{0A2DA534-DB0D-9BD2-E93B-4EBB87C7A0C9}"/>
                </a:ext>
              </a:extLst>
            </p:cNvPr>
            <p:cNvSpPr/>
            <p:nvPr/>
          </p:nvSpPr>
          <p:spPr>
            <a:xfrm rot="10800000">
              <a:off x="7757695" y="-1"/>
              <a:ext cx="4108027" cy="3529965"/>
            </a:xfrm>
            <a:custGeom>
              <a:avLst/>
              <a:gdLst>
                <a:gd name="connsiteX0" fmla="*/ 0 w 3061489"/>
                <a:gd name="connsiteY0" fmla="*/ 370030 h 2220137"/>
                <a:gd name="connsiteX1" fmla="*/ 370030 w 3061489"/>
                <a:gd name="connsiteY1" fmla="*/ 0 h 2220137"/>
                <a:gd name="connsiteX2" fmla="*/ 2691459 w 3061489"/>
                <a:gd name="connsiteY2" fmla="*/ 0 h 2220137"/>
                <a:gd name="connsiteX3" fmla="*/ 3061489 w 3061489"/>
                <a:gd name="connsiteY3" fmla="*/ 370030 h 2220137"/>
                <a:gd name="connsiteX4" fmla="*/ 3061489 w 3061489"/>
                <a:gd name="connsiteY4" fmla="*/ 1850107 h 2220137"/>
                <a:gd name="connsiteX5" fmla="*/ 2691459 w 3061489"/>
                <a:gd name="connsiteY5" fmla="*/ 2220137 h 2220137"/>
                <a:gd name="connsiteX6" fmla="*/ 370030 w 3061489"/>
                <a:gd name="connsiteY6" fmla="*/ 2220137 h 2220137"/>
                <a:gd name="connsiteX7" fmla="*/ 0 w 3061489"/>
                <a:gd name="connsiteY7" fmla="*/ 1850107 h 2220137"/>
                <a:gd name="connsiteX8" fmla="*/ 0 w 3061489"/>
                <a:gd name="connsiteY8" fmla="*/ 370030 h 2220137"/>
                <a:gd name="connsiteX0" fmla="*/ 0 w 3061489"/>
                <a:gd name="connsiteY0" fmla="*/ 2503630 h 4353737"/>
                <a:gd name="connsiteX1" fmla="*/ 370030 w 3061489"/>
                <a:gd name="connsiteY1" fmla="*/ 2133600 h 4353737"/>
                <a:gd name="connsiteX2" fmla="*/ 2836239 w 3061489"/>
                <a:gd name="connsiteY2" fmla="*/ 0 h 4353737"/>
                <a:gd name="connsiteX3" fmla="*/ 3061489 w 3061489"/>
                <a:gd name="connsiteY3" fmla="*/ 2503630 h 4353737"/>
                <a:gd name="connsiteX4" fmla="*/ 3061489 w 3061489"/>
                <a:gd name="connsiteY4" fmla="*/ 3983707 h 4353737"/>
                <a:gd name="connsiteX5" fmla="*/ 2691459 w 3061489"/>
                <a:gd name="connsiteY5" fmla="*/ 4353737 h 4353737"/>
                <a:gd name="connsiteX6" fmla="*/ 370030 w 3061489"/>
                <a:gd name="connsiteY6" fmla="*/ 4353737 h 4353737"/>
                <a:gd name="connsiteX7" fmla="*/ 0 w 3061489"/>
                <a:gd name="connsiteY7" fmla="*/ 3983707 h 4353737"/>
                <a:gd name="connsiteX8" fmla="*/ 0 w 3061489"/>
                <a:gd name="connsiteY8" fmla="*/ 2503630 h 4353737"/>
                <a:gd name="connsiteX0" fmla="*/ 0 w 3084349"/>
                <a:gd name="connsiteY0" fmla="*/ 2503630 h 4353737"/>
                <a:gd name="connsiteX1" fmla="*/ 370030 w 3084349"/>
                <a:gd name="connsiteY1" fmla="*/ 2133600 h 4353737"/>
                <a:gd name="connsiteX2" fmla="*/ 2836239 w 3084349"/>
                <a:gd name="connsiteY2" fmla="*/ 0 h 4353737"/>
                <a:gd name="connsiteX3" fmla="*/ 3084349 w 3084349"/>
                <a:gd name="connsiteY3" fmla="*/ 423370 h 4353737"/>
                <a:gd name="connsiteX4" fmla="*/ 3061489 w 3084349"/>
                <a:gd name="connsiteY4" fmla="*/ 3983707 h 4353737"/>
                <a:gd name="connsiteX5" fmla="*/ 2691459 w 3084349"/>
                <a:gd name="connsiteY5" fmla="*/ 4353737 h 4353737"/>
                <a:gd name="connsiteX6" fmla="*/ 370030 w 3084349"/>
                <a:gd name="connsiteY6" fmla="*/ 4353737 h 4353737"/>
                <a:gd name="connsiteX7" fmla="*/ 0 w 3084349"/>
                <a:gd name="connsiteY7" fmla="*/ 3983707 h 4353737"/>
                <a:gd name="connsiteX8" fmla="*/ 0 w 3084349"/>
                <a:gd name="connsiteY8" fmla="*/ 2503630 h 4353737"/>
                <a:gd name="connsiteX0" fmla="*/ 0 w 3084349"/>
                <a:gd name="connsiteY0" fmla="*/ 2503630 h 4353737"/>
                <a:gd name="connsiteX1" fmla="*/ 370030 w 3084349"/>
                <a:gd name="connsiteY1" fmla="*/ 2133600 h 4353737"/>
                <a:gd name="connsiteX2" fmla="*/ 2836239 w 3084349"/>
                <a:gd name="connsiteY2" fmla="*/ 0 h 4353737"/>
                <a:gd name="connsiteX3" fmla="*/ 3084349 w 3084349"/>
                <a:gd name="connsiteY3" fmla="*/ 423370 h 4353737"/>
                <a:gd name="connsiteX4" fmla="*/ 3061489 w 3084349"/>
                <a:gd name="connsiteY4" fmla="*/ 3983707 h 4353737"/>
                <a:gd name="connsiteX5" fmla="*/ 2691459 w 3084349"/>
                <a:gd name="connsiteY5" fmla="*/ 4353737 h 4353737"/>
                <a:gd name="connsiteX6" fmla="*/ 370030 w 3084349"/>
                <a:gd name="connsiteY6" fmla="*/ 4353737 h 4353737"/>
                <a:gd name="connsiteX7" fmla="*/ 0 w 3084349"/>
                <a:gd name="connsiteY7" fmla="*/ 3983707 h 4353737"/>
                <a:gd name="connsiteX8" fmla="*/ 0 w 3084349"/>
                <a:gd name="connsiteY8" fmla="*/ 2503630 h 4353737"/>
                <a:gd name="connsiteX0" fmla="*/ 0 w 3084349"/>
                <a:gd name="connsiteY0" fmla="*/ 2461720 h 4311827"/>
                <a:gd name="connsiteX1" fmla="*/ 370030 w 3084349"/>
                <a:gd name="connsiteY1" fmla="*/ 2091690 h 4311827"/>
                <a:gd name="connsiteX2" fmla="*/ 2775733 w 3084349"/>
                <a:gd name="connsiteY2" fmla="*/ 0 h 4311827"/>
                <a:gd name="connsiteX3" fmla="*/ 3084349 w 3084349"/>
                <a:gd name="connsiteY3" fmla="*/ 381460 h 4311827"/>
                <a:gd name="connsiteX4" fmla="*/ 3061489 w 3084349"/>
                <a:gd name="connsiteY4" fmla="*/ 3941797 h 4311827"/>
                <a:gd name="connsiteX5" fmla="*/ 2691459 w 3084349"/>
                <a:gd name="connsiteY5" fmla="*/ 4311827 h 4311827"/>
                <a:gd name="connsiteX6" fmla="*/ 370030 w 3084349"/>
                <a:gd name="connsiteY6" fmla="*/ 4311827 h 4311827"/>
                <a:gd name="connsiteX7" fmla="*/ 0 w 3084349"/>
                <a:gd name="connsiteY7" fmla="*/ 3941797 h 4311827"/>
                <a:gd name="connsiteX8" fmla="*/ 0 w 3084349"/>
                <a:gd name="connsiteY8" fmla="*/ 2461720 h 4311827"/>
                <a:gd name="connsiteX0" fmla="*/ 0 w 3084349"/>
                <a:gd name="connsiteY0" fmla="*/ 2488738 h 4338845"/>
                <a:gd name="connsiteX1" fmla="*/ 370030 w 3084349"/>
                <a:gd name="connsiteY1" fmla="*/ 2118708 h 4338845"/>
                <a:gd name="connsiteX2" fmla="*/ 2775733 w 3084349"/>
                <a:gd name="connsiteY2" fmla="*/ 27018 h 4338845"/>
                <a:gd name="connsiteX3" fmla="*/ 3084349 w 3084349"/>
                <a:gd name="connsiteY3" fmla="*/ 408478 h 4338845"/>
                <a:gd name="connsiteX4" fmla="*/ 3061489 w 3084349"/>
                <a:gd name="connsiteY4" fmla="*/ 3968815 h 4338845"/>
                <a:gd name="connsiteX5" fmla="*/ 2691459 w 3084349"/>
                <a:gd name="connsiteY5" fmla="*/ 4338845 h 4338845"/>
                <a:gd name="connsiteX6" fmla="*/ 370030 w 3084349"/>
                <a:gd name="connsiteY6" fmla="*/ 4338845 h 4338845"/>
                <a:gd name="connsiteX7" fmla="*/ 0 w 3084349"/>
                <a:gd name="connsiteY7" fmla="*/ 3968815 h 4338845"/>
                <a:gd name="connsiteX8" fmla="*/ 0 w 3084349"/>
                <a:gd name="connsiteY8" fmla="*/ 2488738 h 4338845"/>
                <a:gd name="connsiteX0" fmla="*/ 0 w 3084349"/>
                <a:gd name="connsiteY0" fmla="*/ 2512536 h 4362643"/>
                <a:gd name="connsiteX1" fmla="*/ 370030 w 3084349"/>
                <a:gd name="connsiteY1" fmla="*/ 2142506 h 4362643"/>
                <a:gd name="connsiteX2" fmla="*/ 2775733 w 3084349"/>
                <a:gd name="connsiteY2" fmla="*/ 50816 h 4362643"/>
                <a:gd name="connsiteX3" fmla="*/ 3084349 w 3084349"/>
                <a:gd name="connsiteY3" fmla="*/ 432276 h 4362643"/>
                <a:gd name="connsiteX4" fmla="*/ 3061489 w 3084349"/>
                <a:gd name="connsiteY4" fmla="*/ 3992613 h 4362643"/>
                <a:gd name="connsiteX5" fmla="*/ 2691459 w 3084349"/>
                <a:gd name="connsiteY5" fmla="*/ 4362643 h 4362643"/>
                <a:gd name="connsiteX6" fmla="*/ 370030 w 3084349"/>
                <a:gd name="connsiteY6" fmla="*/ 4362643 h 4362643"/>
                <a:gd name="connsiteX7" fmla="*/ 0 w 3084349"/>
                <a:gd name="connsiteY7" fmla="*/ 3992613 h 4362643"/>
                <a:gd name="connsiteX8" fmla="*/ 0 w 3084349"/>
                <a:gd name="connsiteY8" fmla="*/ 2512536 h 4362643"/>
                <a:gd name="connsiteX0" fmla="*/ 0 w 3084349"/>
                <a:gd name="connsiteY0" fmla="*/ 2512536 h 4362643"/>
                <a:gd name="connsiteX1" fmla="*/ 242648 w 3084349"/>
                <a:gd name="connsiteY1" fmla="*/ 2197742 h 4362643"/>
                <a:gd name="connsiteX2" fmla="*/ 2775733 w 3084349"/>
                <a:gd name="connsiteY2" fmla="*/ 50816 h 4362643"/>
                <a:gd name="connsiteX3" fmla="*/ 3084349 w 3084349"/>
                <a:gd name="connsiteY3" fmla="*/ 432276 h 4362643"/>
                <a:gd name="connsiteX4" fmla="*/ 3061489 w 3084349"/>
                <a:gd name="connsiteY4" fmla="*/ 3992613 h 4362643"/>
                <a:gd name="connsiteX5" fmla="*/ 2691459 w 3084349"/>
                <a:gd name="connsiteY5" fmla="*/ 4362643 h 4362643"/>
                <a:gd name="connsiteX6" fmla="*/ 370030 w 3084349"/>
                <a:gd name="connsiteY6" fmla="*/ 4362643 h 4362643"/>
                <a:gd name="connsiteX7" fmla="*/ 0 w 3084349"/>
                <a:gd name="connsiteY7" fmla="*/ 3992613 h 4362643"/>
                <a:gd name="connsiteX8" fmla="*/ 0 w 3084349"/>
                <a:gd name="connsiteY8" fmla="*/ 2512536 h 4362643"/>
                <a:gd name="connsiteX0" fmla="*/ 0 w 3084349"/>
                <a:gd name="connsiteY0" fmla="*/ 2512536 h 4362643"/>
                <a:gd name="connsiteX1" fmla="*/ 242648 w 3084349"/>
                <a:gd name="connsiteY1" fmla="*/ 2197742 h 4362643"/>
                <a:gd name="connsiteX2" fmla="*/ 2775733 w 3084349"/>
                <a:gd name="connsiteY2" fmla="*/ 50816 h 4362643"/>
                <a:gd name="connsiteX3" fmla="*/ 3084349 w 3084349"/>
                <a:gd name="connsiteY3" fmla="*/ 432276 h 4362643"/>
                <a:gd name="connsiteX4" fmla="*/ 3061489 w 3084349"/>
                <a:gd name="connsiteY4" fmla="*/ 3992613 h 4362643"/>
                <a:gd name="connsiteX5" fmla="*/ 2691459 w 3084349"/>
                <a:gd name="connsiteY5" fmla="*/ 4362643 h 4362643"/>
                <a:gd name="connsiteX6" fmla="*/ 370030 w 3084349"/>
                <a:gd name="connsiteY6" fmla="*/ 4362643 h 4362643"/>
                <a:gd name="connsiteX7" fmla="*/ 0 w 3084349"/>
                <a:gd name="connsiteY7" fmla="*/ 3992613 h 4362643"/>
                <a:gd name="connsiteX8" fmla="*/ 0 w 3084349"/>
                <a:gd name="connsiteY8" fmla="*/ 2512536 h 4362643"/>
                <a:gd name="connsiteX0" fmla="*/ 0 w 3084349"/>
                <a:gd name="connsiteY0" fmla="*/ 2545678 h 4362643"/>
                <a:gd name="connsiteX1" fmla="*/ 242648 w 3084349"/>
                <a:gd name="connsiteY1" fmla="*/ 2197742 h 4362643"/>
                <a:gd name="connsiteX2" fmla="*/ 2775733 w 3084349"/>
                <a:gd name="connsiteY2" fmla="*/ 50816 h 4362643"/>
                <a:gd name="connsiteX3" fmla="*/ 3084349 w 3084349"/>
                <a:gd name="connsiteY3" fmla="*/ 432276 h 4362643"/>
                <a:gd name="connsiteX4" fmla="*/ 3061489 w 3084349"/>
                <a:gd name="connsiteY4" fmla="*/ 3992613 h 4362643"/>
                <a:gd name="connsiteX5" fmla="*/ 2691459 w 3084349"/>
                <a:gd name="connsiteY5" fmla="*/ 4362643 h 4362643"/>
                <a:gd name="connsiteX6" fmla="*/ 370030 w 3084349"/>
                <a:gd name="connsiteY6" fmla="*/ 4362643 h 4362643"/>
                <a:gd name="connsiteX7" fmla="*/ 0 w 3084349"/>
                <a:gd name="connsiteY7" fmla="*/ 3992613 h 4362643"/>
                <a:gd name="connsiteX8" fmla="*/ 0 w 3084349"/>
                <a:gd name="connsiteY8" fmla="*/ 2545678 h 4362643"/>
                <a:gd name="connsiteX0" fmla="*/ 0 w 3084349"/>
                <a:gd name="connsiteY0" fmla="*/ 3209346 h 5026311"/>
                <a:gd name="connsiteX1" fmla="*/ 242648 w 3084349"/>
                <a:gd name="connsiteY1" fmla="*/ 2861410 h 5026311"/>
                <a:gd name="connsiteX2" fmla="*/ 2740703 w 3084349"/>
                <a:gd name="connsiteY2" fmla="*/ 21538 h 5026311"/>
                <a:gd name="connsiteX3" fmla="*/ 3084349 w 3084349"/>
                <a:gd name="connsiteY3" fmla="*/ 1095944 h 5026311"/>
                <a:gd name="connsiteX4" fmla="*/ 3061489 w 3084349"/>
                <a:gd name="connsiteY4" fmla="*/ 4656281 h 5026311"/>
                <a:gd name="connsiteX5" fmla="*/ 2691459 w 3084349"/>
                <a:gd name="connsiteY5" fmla="*/ 5026311 h 5026311"/>
                <a:gd name="connsiteX6" fmla="*/ 370030 w 3084349"/>
                <a:gd name="connsiteY6" fmla="*/ 5026311 h 5026311"/>
                <a:gd name="connsiteX7" fmla="*/ 0 w 3084349"/>
                <a:gd name="connsiteY7" fmla="*/ 4656281 h 5026311"/>
                <a:gd name="connsiteX8" fmla="*/ 0 w 3084349"/>
                <a:gd name="connsiteY8" fmla="*/ 3209346 h 5026311"/>
                <a:gd name="connsiteX0" fmla="*/ 3185 w 3084349"/>
                <a:gd name="connsiteY0" fmla="*/ 3469852 h 5026311"/>
                <a:gd name="connsiteX1" fmla="*/ 242648 w 3084349"/>
                <a:gd name="connsiteY1" fmla="*/ 2861410 h 5026311"/>
                <a:gd name="connsiteX2" fmla="*/ 2740703 w 3084349"/>
                <a:gd name="connsiteY2" fmla="*/ 21538 h 5026311"/>
                <a:gd name="connsiteX3" fmla="*/ 3084349 w 3084349"/>
                <a:gd name="connsiteY3" fmla="*/ 1095944 h 5026311"/>
                <a:gd name="connsiteX4" fmla="*/ 3061489 w 3084349"/>
                <a:gd name="connsiteY4" fmla="*/ 4656281 h 5026311"/>
                <a:gd name="connsiteX5" fmla="*/ 2691459 w 3084349"/>
                <a:gd name="connsiteY5" fmla="*/ 5026311 h 5026311"/>
                <a:gd name="connsiteX6" fmla="*/ 370030 w 3084349"/>
                <a:gd name="connsiteY6" fmla="*/ 5026311 h 5026311"/>
                <a:gd name="connsiteX7" fmla="*/ 0 w 3084349"/>
                <a:gd name="connsiteY7" fmla="*/ 4656281 h 5026311"/>
                <a:gd name="connsiteX8" fmla="*/ 3185 w 3084349"/>
                <a:gd name="connsiteY8" fmla="*/ 3469852 h 5026311"/>
                <a:gd name="connsiteX0" fmla="*/ 3185 w 3084349"/>
                <a:gd name="connsiteY0" fmla="*/ 3469852 h 5026311"/>
                <a:gd name="connsiteX1" fmla="*/ 255387 w 3084349"/>
                <a:gd name="connsiteY1" fmla="*/ 2960402 h 5026311"/>
                <a:gd name="connsiteX2" fmla="*/ 2740703 w 3084349"/>
                <a:gd name="connsiteY2" fmla="*/ 21538 h 5026311"/>
                <a:gd name="connsiteX3" fmla="*/ 3084349 w 3084349"/>
                <a:gd name="connsiteY3" fmla="*/ 1095944 h 5026311"/>
                <a:gd name="connsiteX4" fmla="*/ 3061489 w 3084349"/>
                <a:gd name="connsiteY4" fmla="*/ 4656281 h 5026311"/>
                <a:gd name="connsiteX5" fmla="*/ 2691459 w 3084349"/>
                <a:gd name="connsiteY5" fmla="*/ 5026311 h 5026311"/>
                <a:gd name="connsiteX6" fmla="*/ 370030 w 3084349"/>
                <a:gd name="connsiteY6" fmla="*/ 5026311 h 5026311"/>
                <a:gd name="connsiteX7" fmla="*/ 0 w 3084349"/>
                <a:gd name="connsiteY7" fmla="*/ 4656281 h 5026311"/>
                <a:gd name="connsiteX8" fmla="*/ 3185 w 3084349"/>
                <a:gd name="connsiteY8" fmla="*/ 3469852 h 5026311"/>
                <a:gd name="connsiteX0" fmla="*/ 306 w 3084654"/>
                <a:gd name="connsiteY0" fmla="*/ 3579264 h 5026311"/>
                <a:gd name="connsiteX1" fmla="*/ 255692 w 3084654"/>
                <a:gd name="connsiteY1" fmla="*/ 2960402 h 5026311"/>
                <a:gd name="connsiteX2" fmla="*/ 2741008 w 3084654"/>
                <a:gd name="connsiteY2" fmla="*/ 21538 h 5026311"/>
                <a:gd name="connsiteX3" fmla="*/ 3084654 w 3084654"/>
                <a:gd name="connsiteY3" fmla="*/ 1095944 h 5026311"/>
                <a:gd name="connsiteX4" fmla="*/ 3061794 w 3084654"/>
                <a:gd name="connsiteY4" fmla="*/ 4656281 h 5026311"/>
                <a:gd name="connsiteX5" fmla="*/ 2691764 w 3084654"/>
                <a:gd name="connsiteY5" fmla="*/ 5026311 h 5026311"/>
                <a:gd name="connsiteX6" fmla="*/ 370335 w 3084654"/>
                <a:gd name="connsiteY6" fmla="*/ 5026311 h 5026311"/>
                <a:gd name="connsiteX7" fmla="*/ 305 w 3084654"/>
                <a:gd name="connsiteY7" fmla="*/ 4656281 h 5026311"/>
                <a:gd name="connsiteX8" fmla="*/ 306 w 3084654"/>
                <a:gd name="connsiteY8" fmla="*/ 3579264 h 5026311"/>
                <a:gd name="connsiteX0" fmla="*/ 306 w 3084654"/>
                <a:gd name="connsiteY0" fmla="*/ 3254162 h 4701209"/>
                <a:gd name="connsiteX1" fmla="*/ 255692 w 3084654"/>
                <a:gd name="connsiteY1" fmla="*/ 2635300 h 4701209"/>
                <a:gd name="connsiteX2" fmla="*/ 2217954 w 3084654"/>
                <a:gd name="connsiteY2" fmla="*/ 29883 h 4701209"/>
                <a:gd name="connsiteX3" fmla="*/ 3084654 w 3084654"/>
                <a:gd name="connsiteY3" fmla="*/ 770842 h 4701209"/>
                <a:gd name="connsiteX4" fmla="*/ 3061794 w 3084654"/>
                <a:gd name="connsiteY4" fmla="*/ 4331179 h 4701209"/>
                <a:gd name="connsiteX5" fmla="*/ 2691764 w 3084654"/>
                <a:gd name="connsiteY5" fmla="*/ 4701209 h 4701209"/>
                <a:gd name="connsiteX6" fmla="*/ 370335 w 3084654"/>
                <a:gd name="connsiteY6" fmla="*/ 4701209 h 4701209"/>
                <a:gd name="connsiteX7" fmla="*/ 305 w 3084654"/>
                <a:gd name="connsiteY7" fmla="*/ 4331179 h 4701209"/>
                <a:gd name="connsiteX8" fmla="*/ 306 w 3084654"/>
                <a:gd name="connsiteY8" fmla="*/ 3254162 h 4701209"/>
                <a:gd name="connsiteX0" fmla="*/ 306 w 3084654"/>
                <a:gd name="connsiteY0" fmla="*/ 3421278 h 4868325"/>
                <a:gd name="connsiteX1" fmla="*/ 255692 w 3084654"/>
                <a:gd name="connsiteY1" fmla="*/ 2802416 h 4868325"/>
                <a:gd name="connsiteX2" fmla="*/ 2217954 w 3084654"/>
                <a:gd name="connsiteY2" fmla="*/ 196999 h 4868325"/>
                <a:gd name="connsiteX3" fmla="*/ 2547710 w 3084654"/>
                <a:gd name="connsiteY3" fmla="*/ 267790 h 4868325"/>
                <a:gd name="connsiteX4" fmla="*/ 3084654 w 3084654"/>
                <a:gd name="connsiteY4" fmla="*/ 937958 h 4868325"/>
                <a:gd name="connsiteX5" fmla="*/ 3061794 w 3084654"/>
                <a:gd name="connsiteY5" fmla="*/ 4498295 h 4868325"/>
                <a:gd name="connsiteX6" fmla="*/ 2691764 w 3084654"/>
                <a:gd name="connsiteY6" fmla="*/ 4868325 h 4868325"/>
                <a:gd name="connsiteX7" fmla="*/ 370335 w 3084654"/>
                <a:gd name="connsiteY7" fmla="*/ 4868325 h 4868325"/>
                <a:gd name="connsiteX8" fmla="*/ 305 w 3084654"/>
                <a:gd name="connsiteY8" fmla="*/ 4498295 h 4868325"/>
                <a:gd name="connsiteX9" fmla="*/ 306 w 3084654"/>
                <a:gd name="connsiteY9" fmla="*/ 3421278 h 4868325"/>
                <a:gd name="connsiteX0" fmla="*/ 306 w 3084654"/>
                <a:gd name="connsiteY0" fmla="*/ 3556046 h 5003093"/>
                <a:gd name="connsiteX1" fmla="*/ 255692 w 3084654"/>
                <a:gd name="connsiteY1" fmla="*/ 2937184 h 5003093"/>
                <a:gd name="connsiteX2" fmla="*/ 2217954 w 3084654"/>
                <a:gd name="connsiteY2" fmla="*/ 331767 h 5003093"/>
                <a:gd name="connsiteX3" fmla="*/ 2610591 w 3084654"/>
                <a:gd name="connsiteY3" fmla="*/ 89951 h 5003093"/>
                <a:gd name="connsiteX4" fmla="*/ 3084654 w 3084654"/>
                <a:gd name="connsiteY4" fmla="*/ 1072726 h 5003093"/>
                <a:gd name="connsiteX5" fmla="*/ 3061794 w 3084654"/>
                <a:gd name="connsiteY5" fmla="*/ 4633063 h 5003093"/>
                <a:gd name="connsiteX6" fmla="*/ 2691764 w 3084654"/>
                <a:gd name="connsiteY6" fmla="*/ 5003093 h 5003093"/>
                <a:gd name="connsiteX7" fmla="*/ 370335 w 3084654"/>
                <a:gd name="connsiteY7" fmla="*/ 5003093 h 5003093"/>
                <a:gd name="connsiteX8" fmla="*/ 305 w 3084654"/>
                <a:gd name="connsiteY8" fmla="*/ 4633063 h 5003093"/>
                <a:gd name="connsiteX9" fmla="*/ 306 w 3084654"/>
                <a:gd name="connsiteY9" fmla="*/ 3556046 h 5003093"/>
                <a:gd name="connsiteX0" fmla="*/ 306 w 3084654"/>
                <a:gd name="connsiteY0" fmla="*/ 3556046 h 5003093"/>
                <a:gd name="connsiteX1" fmla="*/ 255692 w 3084654"/>
                <a:gd name="connsiteY1" fmla="*/ 2937184 h 5003093"/>
                <a:gd name="connsiteX2" fmla="*/ 2217954 w 3084654"/>
                <a:gd name="connsiteY2" fmla="*/ 331767 h 5003093"/>
                <a:gd name="connsiteX3" fmla="*/ 2610591 w 3084654"/>
                <a:gd name="connsiteY3" fmla="*/ 89951 h 5003093"/>
                <a:gd name="connsiteX4" fmla="*/ 3022175 w 3084654"/>
                <a:gd name="connsiteY4" fmla="*/ 704747 h 5003093"/>
                <a:gd name="connsiteX5" fmla="*/ 3084654 w 3084654"/>
                <a:gd name="connsiteY5" fmla="*/ 1072726 h 5003093"/>
                <a:gd name="connsiteX6" fmla="*/ 3061794 w 3084654"/>
                <a:gd name="connsiteY6" fmla="*/ 4633063 h 5003093"/>
                <a:gd name="connsiteX7" fmla="*/ 2691764 w 3084654"/>
                <a:gd name="connsiteY7" fmla="*/ 5003093 h 5003093"/>
                <a:gd name="connsiteX8" fmla="*/ 370335 w 3084654"/>
                <a:gd name="connsiteY8" fmla="*/ 5003093 h 5003093"/>
                <a:gd name="connsiteX9" fmla="*/ 305 w 3084654"/>
                <a:gd name="connsiteY9" fmla="*/ 4633063 h 5003093"/>
                <a:gd name="connsiteX10" fmla="*/ 306 w 3084654"/>
                <a:gd name="connsiteY10" fmla="*/ 3556046 h 5003093"/>
                <a:gd name="connsiteX0" fmla="*/ 306 w 3084654"/>
                <a:gd name="connsiteY0" fmla="*/ 3505636 h 4952683"/>
                <a:gd name="connsiteX1" fmla="*/ 255692 w 3084654"/>
                <a:gd name="connsiteY1" fmla="*/ 2886774 h 4952683"/>
                <a:gd name="connsiteX2" fmla="*/ 2217954 w 3084654"/>
                <a:gd name="connsiteY2" fmla="*/ 281357 h 4952683"/>
                <a:gd name="connsiteX3" fmla="*/ 2493404 w 3084654"/>
                <a:gd name="connsiteY3" fmla="*/ 128112 h 4952683"/>
                <a:gd name="connsiteX4" fmla="*/ 3022175 w 3084654"/>
                <a:gd name="connsiteY4" fmla="*/ 654337 h 4952683"/>
                <a:gd name="connsiteX5" fmla="*/ 3084654 w 3084654"/>
                <a:gd name="connsiteY5" fmla="*/ 1022316 h 4952683"/>
                <a:gd name="connsiteX6" fmla="*/ 3061794 w 3084654"/>
                <a:gd name="connsiteY6" fmla="*/ 4582653 h 4952683"/>
                <a:gd name="connsiteX7" fmla="*/ 2691764 w 3084654"/>
                <a:gd name="connsiteY7" fmla="*/ 4952683 h 4952683"/>
                <a:gd name="connsiteX8" fmla="*/ 370335 w 3084654"/>
                <a:gd name="connsiteY8" fmla="*/ 4952683 h 4952683"/>
                <a:gd name="connsiteX9" fmla="*/ 305 w 3084654"/>
                <a:gd name="connsiteY9" fmla="*/ 4582653 h 4952683"/>
                <a:gd name="connsiteX10" fmla="*/ 306 w 3084654"/>
                <a:gd name="connsiteY10" fmla="*/ 3505636 h 4952683"/>
                <a:gd name="connsiteX0" fmla="*/ 306 w 3084654"/>
                <a:gd name="connsiteY0" fmla="*/ 3463239 h 4910286"/>
                <a:gd name="connsiteX1" fmla="*/ 255692 w 3084654"/>
                <a:gd name="connsiteY1" fmla="*/ 2844377 h 4910286"/>
                <a:gd name="connsiteX2" fmla="*/ 2217954 w 3084654"/>
                <a:gd name="connsiteY2" fmla="*/ 238960 h 4910286"/>
                <a:gd name="connsiteX3" fmla="*/ 2493404 w 3084654"/>
                <a:gd name="connsiteY3" fmla="*/ 85715 h 4910286"/>
                <a:gd name="connsiteX4" fmla="*/ 3022175 w 3084654"/>
                <a:gd name="connsiteY4" fmla="*/ 611940 h 4910286"/>
                <a:gd name="connsiteX5" fmla="*/ 3084654 w 3084654"/>
                <a:gd name="connsiteY5" fmla="*/ 979919 h 4910286"/>
                <a:gd name="connsiteX6" fmla="*/ 3061794 w 3084654"/>
                <a:gd name="connsiteY6" fmla="*/ 4540256 h 4910286"/>
                <a:gd name="connsiteX7" fmla="*/ 2691764 w 3084654"/>
                <a:gd name="connsiteY7" fmla="*/ 4910286 h 4910286"/>
                <a:gd name="connsiteX8" fmla="*/ 370335 w 3084654"/>
                <a:gd name="connsiteY8" fmla="*/ 4910286 h 4910286"/>
                <a:gd name="connsiteX9" fmla="*/ 305 w 3084654"/>
                <a:gd name="connsiteY9" fmla="*/ 4540256 h 4910286"/>
                <a:gd name="connsiteX10" fmla="*/ 306 w 3084654"/>
                <a:gd name="connsiteY10" fmla="*/ 3463239 h 4910286"/>
                <a:gd name="connsiteX0" fmla="*/ 306 w 3084654"/>
                <a:gd name="connsiteY0" fmla="*/ 3377689 h 4824736"/>
                <a:gd name="connsiteX1" fmla="*/ 255692 w 3084654"/>
                <a:gd name="connsiteY1" fmla="*/ 2758827 h 4824736"/>
                <a:gd name="connsiteX2" fmla="*/ 2217954 w 3084654"/>
                <a:gd name="connsiteY2" fmla="*/ 153410 h 4824736"/>
                <a:gd name="connsiteX3" fmla="*/ 2493404 w 3084654"/>
                <a:gd name="connsiteY3" fmla="*/ 165 h 4824736"/>
                <a:gd name="connsiteX4" fmla="*/ 3022175 w 3084654"/>
                <a:gd name="connsiteY4" fmla="*/ 526390 h 4824736"/>
                <a:gd name="connsiteX5" fmla="*/ 3084654 w 3084654"/>
                <a:gd name="connsiteY5" fmla="*/ 894369 h 4824736"/>
                <a:gd name="connsiteX6" fmla="*/ 3061794 w 3084654"/>
                <a:gd name="connsiteY6" fmla="*/ 4454706 h 4824736"/>
                <a:gd name="connsiteX7" fmla="*/ 2691764 w 3084654"/>
                <a:gd name="connsiteY7" fmla="*/ 4824736 h 4824736"/>
                <a:gd name="connsiteX8" fmla="*/ 370335 w 3084654"/>
                <a:gd name="connsiteY8" fmla="*/ 4824736 h 4824736"/>
                <a:gd name="connsiteX9" fmla="*/ 305 w 3084654"/>
                <a:gd name="connsiteY9" fmla="*/ 4454706 h 4824736"/>
                <a:gd name="connsiteX10" fmla="*/ 306 w 3084654"/>
                <a:gd name="connsiteY10" fmla="*/ 3377689 h 4824736"/>
                <a:gd name="connsiteX0" fmla="*/ 306 w 3084654"/>
                <a:gd name="connsiteY0" fmla="*/ 3390464 h 4837511"/>
                <a:gd name="connsiteX1" fmla="*/ 255692 w 3084654"/>
                <a:gd name="connsiteY1" fmla="*/ 2771602 h 4837511"/>
                <a:gd name="connsiteX2" fmla="*/ 2217954 w 3084654"/>
                <a:gd name="connsiteY2" fmla="*/ 166185 h 4837511"/>
                <a:gd name="connsiteX3" fmla="*/ 2493404 w 3084654"/>
                <a:gd name="connsiteY3" fmla="*/ 12940 h 4837511"/>
                <a:gd name="connsiteX4" fmla="*/ 3015030 w 3084654"/>
                <a:gd name="connsiteY4" fmla="*/ 75465 h 4837511"/>
                <a:gd name="connsiteX5" fmla="*/ 3084654 w 3084654"/>
                <a:gd name="connsiteY5" fmla="*/ 907144 h 4837511"/>
                <a:gd name="connsiteX6" fmla="*/ 3061794 w 3084654"/>
                <a:gd name="connsiteY6" fmla="*/ 4467481 h 4837511"/>
                <a:gd name="connsiteX7" fmla="*/ 2691764 w 3084654"/>
                <a:gd name="connsiteY7" fmla="*/ 4837511 h 4837511"/>
                <a:gd name="connsiteX8" fmla="*/ 370335 w 3084654"/>
                <a:gd name="connsiteY8" fmla="*/ 4837511 h 4837511"/>
                <a:gd name="connsiteX9" fmla="*/ 305 w 3084654"/>
                <a:gd name="connsiteY9" fmla="*/ 4467481 h 4837511"/>
                <a:gd name="connsiteX10" fmla="*/ 306 w 3084654"/>
                <a:gd name="connsiteY10" fmla="*/ 3390464 h 4837511"/>
                <a:gd name="connsiteX0" fmla="*/ 306 w 3084654"/>
                <a:gd name="connsiteY0" fmla="*/ 3377689 h 4824736"/>
                <a:gd name="connsiteX1" fmla="*/ 255692 w 3084654"/>
                <a:gd name="connsiteY1" fmla="*/ 2758827 h 4824736"/>
                <a:gd name="connsiteX2" fmla="*/ 2217954 w 3084654"/>
                <a:gd name="connsiteY2" fmla="*/ 153410 h 4824736"/>
                <a:gd name="connsiteX3" fmla="*/ 2493404 w 3084654"/>
                <a:gd name="connsiteY3" fmla="*/ 165 h 4824736"/>
                <a:gd name="connsiteX4" fmla="*/ 3015030 w 3084654"/>
                <a:gd name="connsiteY4" fmla="*/ 62690 h 4824736"/>
                <a:gd name="connsiteX5" fmla="*/ 3084654 w 3084654"/>
                <a:gd name="connsiteY5" fmla="*/ 894369 h 4824736"/>
                <a:gd name="connsiteX6" fmla="*/ 3061794 w 3084654"/>
                <a:gd name="connsiteY6" fmla="*/ 4454706 h 4824736"/>
                <a:gd name="connsiteX7" fmla="*/ 2691764 w 3084654"/>
                <a:gd name="connsiteY7" fmla="*/ 4824736 h 4824736"/>
                <a:gd name="connsiteX8" fmla="*/ 370335 w 3084654"/>
                <a:gd name="connsiteY8" fmla="*/ 4824736 h 4824736"/>
                <a:gd name="connsiteX9" fmla="*/ 305 w 3084654"/>
                <a:gd name="connsiteY9" fmla="*/ 4454706 h 4824736"/>
                <a:gd name="connsiteX10" fmla="*/ 306 w 3084654"/>
                <a:gd name="connsiteY10" fmla="*/ 3377689 h 4824736"/>
                <a:gd name="connsiteX0" fmla="*/ 306 w 3084654"/>
                <a:gd name="connsiteY0" fmla="*/ 3380126 h 4827173"/>
                <a:gd name="connsiteX1" fmla="*/ 255692 w 3084654"/>
                <a:gd name="connsiteY1" fmla="*/ 2761264 h 4827173"/>
                <a:gd name="connsiteX2" fmla="*/ 2217954 w 3084654"/>
                <a:gd name="connsiteY2" fmla="*/ 155847 h 4827173"/>
                <a:gd name="connsiteX3" fmla="*/ 2493404 w 3084654"/>
                <a:gd name="connsiteY3" fmla="*/ 2602 h 4827173"/>
                <a:gd name="connsiteX4" fmla="*/ 2946432 w 3084654"/>
                <a:gd name="connsiteY4" fmla="*/ 0 h 4827173"/>
                <a:gd name="connsiteX5" fmla="*/ 3084654 w 3084654"/>
                <a:gd name="connsiteY5" fmla="*/ 896806 h 4827173"/>
                <a:gd name="connsiteX6" fmla="*/ 3061794 w 3084654"/>
                <a:gd name="connsiteY6" fmla="*/ 4457143 h 4827173"/>
                <a:gd name="connsiteX7" fmla="*/ 2691764 w 3084654"/>
                <a:gd name="connsiteY7" fmla="*/ 4827173 h 4827173"/>
                <a:gd name="connsiteX8" fmla="*/ 370335 w 3084654"/>
                <a:gd name="connsiteY8" fmla="*/ 4827173 h 4827173"/>
                <a:gd name="connsiteX9" fmla="*/ 305 w 3084654"/>
                <a:gd name="connsiteY9" fmla="*/ 4457143 h 4827173"/>
                <a:gd name="connsiteX10" fmla="*/ 306 w 3084654"/>
                <a:gd name="connsiteY10" fmla="*/ 3380126 h 4827173"/>
                <a:gd name="connsiteX0" fmla="*/ 306 w 3081796"/>
                <a:gd name="connsiteY0" fmla="*/ 3494549 h 4941596"/>
                <a:gd name="connsiteX1" fmla="*/ 255692 w 3081796"/>
                <a:gd name="connsiteY1" fmla="*/ 2875687 h 4941596"/>
                <a:gd name="connsiteX2" fmla="*/ 2217954 w 3081796"/>
                <a:gd name="connsiteY2" fmla="*/ 270270 h 4941596"/>
                <a:gd name="connsiteX3" fmla="*/ 2493404 w 3081796"/>
                <a:gd name="connsiteY3" fmla="*/ 117025 h 4941596"/>
                <a:gd name="connsiteX4" fmla="*/ 2946432 w 3081796"/>
                <a:gd name="connsiteY4" fmla="*/ 114423 h 4941596"/>
                <a:gd name="connsiteX5" fmla="*/ 3081796 w 3081796"/>
                <a:gd name="connsiteY5" fmla="*/ 305258 h 4941596"/>
                <a:gd name="connsiteX6" fmla="*/ 3061794 w 3081796"/>
                <a:gd name="connsiteY6" fmla="*/ 4571566 h 4941596"/>
                <a:gd name="connsiteX7" fmla="*/ 2691764 w 3081796"/>
                <a:gd name="connsiteY7" fmla="*/ 4941596 h 4941596"/>
                <a:gd name="connsiteX8" fmla="*/ 370335 w 3081796"/>
                <a:gd name="connsiteY8" fmla="*/ 4941596 h 4941596"/>
                <a:gd name="connsiteX9" fmla="*/ 305 w 3081796"/>
                <a:gd name="connsiteY9" fmla="*/ 4571566 h 4941596"/>
                <a:gd name="connsiteX10" fmla="*/ 306 w 3081796"/>
                <a:gd name="connsiteY10" fmla="*/ 3494549 h 4941596"/>
                <a:gd name="connsiteX0" fmla="*/ 306 w 3081796"/>
                <a:gd name="connsiteY0" fmla="*/ 3380126 h 4827173"/>
                <a:gd name="connsiteX1" fmla="*/ 255692 w 3081796"/>
                <a:gd name="connsiteY1" fmla="*/ 2761264 h 4827173"/>
                <a:gd name="connsiteX2" fmla="*/ 2217954 w 3081796"/>
                <a:gd name="connsiteY2" fmla="*/ 155847 h 4827173"/>
                <a:gd name="connsiteX3" fmla="*/ 2493404 w 3081796"/>
                <a:gd name="connsiteY3" fmla="*/ 2602 h 4827173"/>
                <a:gd name="connsiteX4" fmla="*/ 2946432 w 3081796"/>
                <a:gd name="connsiteY4" fmla="*/ 0 h 4827173"/>
                <a:gd name="connsiteX5" fmla="*/ 3081796 w 3081796"/>
                <a:gd name="connsiteY5" fmla="*/ 190835 h 4827173"/>
                <a:gd name="connsiteX6" fmla="*/ 3061794 w 3081796"/>
                <a:gd name="connsiteY6" fmla="*/ 4457143 h 4827173"/>
                <a:gd name="connsiteX7" fmla="*/ 2691764 w 3081796"/>
                <a:gd name="connsiteY7" fmla="*/ 4827173 h 4827173"/>
                <a:gd name="connsiteX8" fmla="*/ 370335 w 3081796"/>
                <a:gd name="connsiteY8" fmla="*/ 4827173 h 4827173"/>
                <a:gd name="connsiteX9" fmla="*/ 305 w 3081796"/>
                <a:gd name="connsiteY9" fmla="*/ 4457143 h 4827173"/>
                <a:gd name="connsiteX10" fmla="*/ 306 w 3081796"/>
                <a:gd name="connsiteY10" fmla="*/ 3380126 h 4827173"/>
                <a:gd name="connsiteX0" fmla="*/ 306 w 3081796"/>
                <a:gd name="connsiteY0" fmla="*/ 3380126 h 4827173"/>
                <a:gd name="connsiteX1" fmla="*/ 255692 w 3081796"/>
                <a:gd name="connsiteY1" fmla="*/ 2761264 h 4827173"/>
                <a:gd name="connsiteX2" fmla="*/ 2217954 w 3081796"/>
                <a:gd name="connsiteY2" fmla="*/ 155847 h 4827173"/>
                <a:gd name="connsiteX3" fmla="*/ 2493404 w 3081796"/>
                <a:gd name="connsiteY3" fmla="*/ 2602 h 4827173"/>
                <a:gd name="connsiteX4" fmla="*/ 2946432 w 3081796"/>
                <a:gd name="connsiteY4" fmla="*/ 0 h 4827173"/>
                <a:gd name="connsiteX5" fmla="*/ 3081796 w 3081796"/>
                <a:gd name="connsiteY5" fmla="*/ 354954 h 4827173"/>
                <a:gd name="connsiteX6" fmla="*/ 3061794 w 3081796"/>
                <a:gd name="connsiteY6" fmla="*/ 4457143 h 4827173"/>
                <a:gd name="connsiteX7" fmla="*/ 2691764 w 3081796"/>
                <a:gd name="connsiteY7" fmla="*/ 4827173 h 4827173"/>
                <a:gd name="connsiteX8" fmla="*/ 370335 w 3081796"/>
                <a:gd name="connsiteY8" fmla="*/ 4827173 h 4827173"/>
                <a:gd name="connsiteX9" fmla="*/ 305 w 3081796"/>
                <a:gd name="connsiteY9" fmla="*/ 4457143 h 4827173"/>
                <a:gd name="connsiteX10" fmla="*/ 306 w 3081796"/>
                <a:gd name="connsiteY10" fmla="*/ 3380126 h 4827173"/>
                <a:gd name="connsiteX0" fmla="*/ 306 w 3081796"/>
                <a:gd name="connsiteY0" fmla="*/ 3380126 h 4827173"/>
                <a:gd name="connsiteX1" fmla="*/ 255692 w 3081796"/>
                <a:gd name="connsiteY1" fmla="*/ 2761264 h 4827173"/>
                <a:gd name="connsiteX2" fmla="*/ 2217954 w 3081796"/>
                <a:gd name="connsiteY2" fmla="*/ 155847 h 4827173"/>
                <a:gd name="connsiteX3" fmla="*/ 2493404 w 3081796"/>
                <a:gd name="connsiteY3" fmla="*/ 2602 h 4827173"/>
                <a:gd name="connsiteX4" fmla="*/ 2946432 w 3081796"/>
                <a:gd name="connsiteY4" fmla="*/ 0 h 4827173"/>
                <a:gd name="connsiteX5" fmla="*/ 3081796 w 3081796"/>
                <a:gd name="connsiteY5" fmla="*/ 354954 h 4827173"/>
                <a:gd name="connsiteX6" fmla="*/ 3061794 w 3081796"/>
                <a:gd name="connsiteY6" fmla="*/ 4457143 h 4827173"/>
                <a:gd name="connsiteX7" fmla="*/ 2691764 w 3081796"/>
                <a:gd name="connsiteY7" fmla="*/ 4827173 h 4827173"/>
                <a:gd name="connsiteX8" fmla="*/ 370335 w 3081796"/>
                <a:gd name="connsiteY8" fmla="*/ 4827173 h 4827173"/>
                <a:gd name="connsiteX9" fmla="*/ 305 w 3081796"/>
                <a:gd name="connsiteY9" fmla="*/ 4457143 h 4827173"/>
                <a:gd name="connsiteX10" fmla="*/ 306 w 3081796"/>
                <a:gd name="connsiteY10" fmla="*/ 3380126 h 4827173"/>
                <a:gd name="connsiteX0" fmla="*/ 306 w 3081796"/>
                <a:gd name="connsiteY0" fmla="*/ 3380126 h 4827173"/>
                <a:gd name="connsiteX1" fmla="*/ 255692 w 3081796"/>
                <a:gd name="connsiteY1" fmla="*/ 2761264 h 4827173"/>
                <a:gd name="connsiteX2" fmla="*/ 2217954 w 3081796"/>
                <a:gd name="connsiteY2" fmla="*/ 155847 h 4827173"/>
                <a:gd name="connsiteX3" fmla="*/ 2493404 w 3081796"/>
                <a:gd name="connsiteY3" fmla="*/ 2602 h 4827173"/>
                <a:gd name="connsiteX4" fmla="*/ 2933570 w 3081796"/>
                <a:gd name="connsiteY4" fmla="*/ 0 h 4827173"/>
                <a:gd name="connsiteX5" fmla="*/ 3081796 w 3081796"/>
                <a:gd name="connsiteY5" fmla="*/ 354954 h 4827173"/>
                <a:gd name="connsiteX6" fmla="*/ 3061794 w 3081796"/>
                <a:gd name="connsiteY6" fmla="*/ 4457143 h 4827173"/>
                <a:gd name="connsiteX7" fmla="*/ 2691764 w 3081796"/>
                <a:gd name="connsiteY7" fmla="*/ 4827173 h 4827173"/>
                <a:gd name="connsiteX8" fmla="*/ 370335 w 3081796"/>
                <a:gd name="connsiteY8" fmla="*/ 4827173 h 4827173"/>
                <a:gd name="connsiteX9" fmla="*/ 305 w 3081796"/>
                <a:gd name="connsiteY9" fmla="*/ 4457143 h 4827173"/>
                <a:gd name="connsiteX10" fmla="*/ 306 w 3081796"/>
                <a:gd name="connsiteY10" fmla="*/ 3380126 h 4827173"/>
                <a:gd name="connsiteX0" fmla="*/ 306 w 3081796"/>
                <a:gd name="connsiteY0" fmla="*/ 3380126 h 4827173"/>
                <a:gd name="connsiteX1" fmla="*/ 255692 w 3081796"/>
                <a:gd name="connsiteY1" fmla="*/ 2761264 h 4827173"/>
                <a:gd name="connsiteX2" fmla="*/ 2217954 w 3081796"/>
                <a:gd name="connsiteY2" fmla="*/ 155847 h 4827173"/>
                <a:gd name="connsiteX3" fmla="*/ 2493404 w 3081796"/>
                <a:gd name="connsiteY3" fmla="*/ 2602 h 4827173"/>
                <a:gd name="connsiteX4" fmla="*/ 2933570 w 3081796"/>
                <a:gd name="connsiteY4" fmla="*/ 0 h 4827173"/>
                <a:gd name="connsiteX5" fmla="*/ 3081796 w 3081796"/>
                <a:gd name="connsiteY5" fmla="*/ 354954 h 4827173"/>
                <a:gd name="connsiteX6" fmla="*/ 3061794 w 3081796"/>
                <a:gd name="connsiteY6" fmla="*/ 4457143 h 4827173"/>
                <a:gd name="connsiteX7" fmla="*/ 2691764 w 3081796"/>
                <a:gd name="connsiteY7" fmla="*/ 4827173 h 4827173"/>
                <a:gd name="connsiteX8" fmla="*/ 370335 w 3081796"/>
                <a:gd name="connsiteY8" fmla="*/ 4827173 h 4827173"/>
                <a:gd name="connsiteX9" fmla="*/ 305 w 3081796"/>
                <a:gd name="connsiteY9" fmla="*/ 4457143 h 4827173"/>
                <a:gd name="connsiteX10" fmla="*/ 306 w 3081796"/>
                <a:gd name="connsiteY10" fmla="*/ 3380126 h 4827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1796" h="4827173">
                  <a:moveTo>
                    <a:pt x="306" y="3380126"/>
                  </a:moveTo>
                  <a:cubicBezTo>
                    <a:pt x="306" y="3175764"/>
                    <a:pt x="137313" y="2860688"/>
                    <a:pt x="255692" y="2761264"/>
                  </a:cubicBezTo>
                  <a:lnTo>
                    <a:pt x="2217954" y="155847"/>
                  </a:lnTo>
                  <a:cubicBezTo>
                    <a:pt x="2278407" y="56436"/>
                    <a:pt x="2383253" y="-1058"/>
                    <a:pt x="2493404" y="2602"/>
                  </a:cubicBezTo>
                  <a:lnTo>
                    <a:pt x="2933570" y="0"/>
                  </a:lnTo>
                  <a:cubicBezTo>
                    <a:pt x="3011150" y="2282"/>
                    <a:pt x="3079480" y="210827"/>
                    <a:pt x="3081796" y="354954"/>
                  </a:cubicBezTo>
                  <a:cubicBezTo>
                    <a:pt x="3075129" y="1777057"/>
                    <a:pt x="3068461" y="3035040"/>
                    <a:pt x="3061794" y="4457143"/>
                  </a:cubicBezTo>
                  <a:cubicBezTo>
                    <a:pt x="3061794" y="4661505"/>
                    <a:pt x="2896126" y="4827173"/>
                    <a:pt x="2691764" y="4827173"/>
                  </a:cubicBezTo>
                  <a:lnTo>
                    <a:pt x="370335" y="4827173"/>
                  </a:lnTo>
                  <a:cubicBezTo>
                    <a:pt x="165973" y="4827173"/>
                    <a:pt x="305" y="4661505"/>
                    <a:pt x="305" y="4457143"/>
                  </a:cubicBezTo>
                  <a:cubicBezTo>
                    <a:pt x="1367" y="4061667"/>
                    <a:pt x="-756" y="3775602"/>
                    <a:pt x="306" y="3380126"/>
                  </a:cubicBezTo>
                  <a:close/>
                </a:path>
              </a:pathLst>
            </a:custGeom>
            <a:solidFill>
              <a:srgbClr val="84E291">
                <a:alpha val="25098"/>
              </a:srgb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area 5">
              <a:extLst>
                <a:ext uri="{FF2B5EF4-FFF2-40B4-BE49-F238E27FC236}">
                  <a16:creationId xmlns:a16="http://schemas.microsoft.com/office/drawing/2014/main" id="{8F7108F7-4CB2-8238-32A6-49DFA4B3D3C1}"/>
                </a:ext>
              </a:extLst>
            </p:cNvPr>
            <p:cNvSpPr/>
            <p:nvPr/>
          </p:nvSpPr>
          <p:spPr>
            <a:xfrm>
              <a:off x="4137972" y="1737306"/>
              <a:ext cx="3061489" cy="1913278"/>
            </a:xfrm>
            <a:prstGeom prst="roundRect">
              <a:avLst/>
            </a:prstGeom>
            <a:solidFill>
              <a:srgbClr val="84E291">
                <a:alpha val="25098"/>
              </a:srgb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area 4">
              <a:extLst>
                <a:ext uri="{FF2B5EF4-FFF2-40B4-BE49-F238E27FC236}">
                  <a16:creationId xmlns:a16="http://schemas.microsoft.com/office/drawing/2014/main" id="{BABD223A-71B9-D2C1-F0A8-7FED1A1AA70E}"/>
                </a:ext>
              </a:extLst>
            </p:cNvPr>
            <p:cNvSpPr/>
            <p:nvPr/>
          </p:nvSpPr>
          <p:spPr>
            <a:xfrm>
              <a:off x="49659" y="16290"/>
              <a:ext cx="3862181" cy="3630555"/>
            </a:xfrm>
            <a:prstGeom prst="roundRect">
              <a:avLst/>
            </a:prstGeom>
            <a:solidFill>
              <a:srgbClr val="84E291">
                <a:alpha val="25098"/>
              </a:srgb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area 3">
              <a:extLst>
                <a:ext uri="{FF2B5EF4-FFF2-40B4-BE49-F238E27FC236}">
                  <a16:creationId xmlns:a16="http://schemas.microsoft.com/office/drawing/2014/main" id="{D3E6389F-C4E2-F924-B681-12EAE6EC4CE3}"/>
                </a:ext>
              </a:extLst>
            </p:cNvPr>
            <p:cNvSpPr/>
            <p:nvPr/>
          </p:nvSpPr>
          <p:spPr>
            <a:xfrm>
              <a:off x="8270844" y="1652011"/>
              <a:ext cx="3690108" cy="4189221"/>
            </a:xfrm>
            <a:custGeom>
              <a:avLst/>
              <a:gdLst>
                <a:gd name="connsiteX0" fmla="*/ 0 w 3061489"/>
                <a:gd name="connsiteY0" fmla="*/ 370030 h 2220137"/>
                <a:gd name="connsiteX1" fmla="*/ 370030 w 3061489"/>
                <a:gd name="connsiteY1" fmla="*/ 0 h 2220137"/>
                <a:gd name="connsiteX2" fmla="*/ 2691459 w 3061489"/>
                <a:gd name="connsiteY2" fmla="*/ 0 h 2220137"/>
                <a:gd name="connsiteX3" fmla="*/ 3061489 w 3061489"/>
                <a:gd name="connsiteY3" fmla="*/ 370030 h 2220137"/>
                <a:gd name="connsiteX4" fmla="*/ 3061489 w 3061489"/>
                <a:gd name="connsiteY4" fmla="*/ 1850107 h 2220137"/>
                <a:gd name="connsiteX5" fmla="*/ 2691459 w 3061489"/>
                <a:gd name="connsiteY5" fmla="*/ 2220137 h 2220137"/>
                <a:gd name="connsiteX6" fmla="*/ 370030 w 3061489"/>
                <a:gd name="connsiteY6" fmla="*/ 2220137 h 2220137"/>
                <a:gd name="connsiteX7" fmla="*/ 0 w 3061489"/>
                <a:gd name="connsiteY7" fmla="*/ 1850107 h 2220137"/>
                <a:gd name="connsiteX8" fmla="*/ 0 w 3061489"/>
                <a:gd name="connsiteY8" fmla="*/ 370030 h 2220137"/>
                <a:gd name="connsiteX0" fmla="*/ 0 w 3061489"/>
                <a:gd name="connsiteY0" fmla="*/ 2503630 h 4353737"/>
                <a:gd name="connsiteX1" fmla="*/ 370030 w 3061489"/>
                <a:gd name="connsiteY1" fmla="*/ 2133600 h 4353737"/>
                <a:gd name="connsiteX2" fmla="*/ 2836239 w 3061489"/>
                <a:gd name="connsiteY2" fmla="*/ 0 h 4353737"/>
                <a:gd name="connsiteX3" fmla="*/ 3061489 w 3061489"/>
                <a:gd name="connsiteY3" fmla="*/ 2503630 h 4353737"/>
                <a:gd name="connsiteX4" fmla="*/ 3061489 w 3061489"/>
                <a:gd name="connsiteY4" fmla="*/ 3983707 h 4353737"/>
                <a:gd name="connsiteX5" fmla="*/ 2691459 w 3061489"/>
                <a:gd name="connsiteY5" fmla="*/ 4353737 h 4353737"/>
                <a:gd name="connsiteX6" fmla="*/ 370030 w 3061489"/>
                <a:gd name="connsiteY6" fmla="*/ 4353737 h 4353737"/>
                <a:gd name="connsiteX7" fmla="*/ 0 w 3061489"/>
                <a:gd name="connsiteY7" fmla="*/ 3983707 h 4353737"/>
                <a:gd name="connsiteX8" fmla="*/ 0 w 3061489"/>
                <a:gd name="connsiteY8" fmla="*/ 2503630 h 4353737"/>
                <a:gd name="connsiteX0" fmla="*/ 0 w 3084349"/>
                <a:gd name="connsiteY0" fmla="*/ 2503630 h 4353737"/>
                <a:gd name="connsiteX1" fmla="*/ 370030 w 3084349"/>
                <a:gd name="connsiteY1" fmla="*/ 2133600 h 4353737"/>
                <a:gd name="connsiteX2" fmla="*/ 2836239 w 3084349"/>
                <a:gd name="connsiteY2" fmla="*/ 0 h 4353737"/>
                <a:gd name="connsiteX3" fmla="*/ 3084349 w 3084349"/>
                <a:gd name="connsiteY3" fmla="*/ 423370 h 4353737"/>
                <a:gd name="connsiteX4" fmla="*/ 3061489 w 3084349"/>
                <a:gd name="connsiteY4" fmla="*/ 3983707 h 4353737"/>
                <a:gd name="connsiteX5" fmla="*/ 2691459 w 3084349"/>
                <a:gd name="connsiteY5" fmla="*/ 4353737 h 4353737"/>
                <a:gd name="connsiteX6" fmla="*/ 370030 w 3084349"/>
                <a:gd name="connsiteY6" fmla="*/ 4353737 h 4353737"/>
                <a:gd name="connsiteX7" fmla="*/ 0 w 3084349"/>
                <a:gd name="connsiteY7" fmla="*/ 3983707 h 4353737"/>
                <a:gd name="connsiteX8" fmla="*/ 0 w 3084349"/>
                <a:gd name="connsiteY8" fmla="*/ 2503630 h 4353737"/>
                <a:gd name="connsiteX0" fmla="*/ 0 w 3084349"/>
                <a:gd name="connsiteY0" fmla="*/ 2503630 h 4353737"/>
                <a:gd name="connsiteX1" fmla="*/ 370030 w 3084349"/>
                <a:gd name="connsiteY1" fmla="*/ 2133600 h 4353737"/>
                <a:gd name="connsiteX2" fmla="*/ 2836239 w 3084349"/>
                <a:gd name="connsiteY2" fmla="*/ 0 h 4353737"/>
                <a:gd name="connsiteX3" fmla="*/ 3084349 w 3084349"/>
                <a:gd name="connsiteY3" fmla="*/ 423370 h 4353737"/>
                <a:gd name="connsiteX4" fmla="*/ 3061489 w 3084349"/>
                <a:gd name="connsiteY4" fmla="*/ 3983707 h 4353737"/>
                <a:gd name="connsiteX5" fmla="*/ 2691459 w 3084349"/>
                <a:gd name="connsiteY5" fmla="*/ 4353737 h 4353737"/>
                <a:gd name="connsiteX6" fmla="*/ 370030 w 3084349"/>
                <a:gd name="connsiteY6" fmla="*/ 4353737 h 4353737"/>
                <a:gd name="connsiteX7" fmla="*/ 0 w 3084349"/>
                <a:gd name="connsiteY7" fmla="*/ 3983707 h 4353737"/>
                <a:gd name="connsiteX8" fmla="*/ 0 w 3084349"/>
                <a:gd name="connsiteY8" fmla="*/ 2503630 h 4353737"/>
                <a:gd name="connsiteX0" fmla="*/ 0 w 3084349"/>
                <a:gd name="connsiteY0" fmla="*/ 2461720 h 4311827"/>
                <a:gd name="connsiteX1" fmla="*/ 370030 w 3084349"/>
                <a:gd name="connsiteY1" fmla="*/ 2091690 h 4311827"/>
                <a:gd name="connsiteX2" fmla="*/ 2775733 w 3084349"/>
                <a:gd name="connsiteY2" fmla="*/ 0 h 4311827"/>
                <a:gd name="connsiteX3" fmla="*/ 3084349 w 3084349"/>
                <a:gd name="connsiteY3" fmla="*/ 381460 h 4311827"/>
                <a:gd name="connsiteX4" fmla="*/ 3061489 w 3084349"/>
                <a:gd name="connsiteY4" fmla="*/ 3941797 h 4311827"/>
                <a:gd name="connsiteX5" fmla="*/ 2691459 w 3084349"/>
                <a:gd name="connsiteY5" fmla="*/ 4311827 h 4311827"/>
                <a:gd name="connsiteX6" fmla="*/ 370030 w 3084349"/>
                <a:gd name="connsiteY6" fmla="*/ 4311827 h 4311827"/>
                <a:gd name="connsiteX7" fmla="*/ 0 w 3084349"/>
                <a:gd name="connsiteY7" fmla="*/ 3941797 h 4311827"/>
                <a:gd name="connsiteX8" fmla="*/ 0 w 3084349"/>
                <a:gd name="connsiteY8" fmla="*/ 2461720 h 4311827"/>
                <a:gd name="connsiteX0" fmla="*/ 0 w 3084349"/>
                <a:gd name="connsiteY0" fmla="*/ 2488738 h 4338845"/>
                <a:gd name="connsiteX1" fmla="*/ 370030 w 3084349"/>
                <a:gd name="connsiteY1" fmla="*/ 2118708 h 4338845"/>
                <a:gd name="connsiteX2" fmla="*/ 2775733 w 3084349"/>
                <a:gd name="connsiteY2" fmla="*/ 27018 h 4338845"/>
                <a:gd name="connsiteX3" fmla="*/ 3084349 w 3084349"/>
                <a:gd name="connsiteY3" fmla="*/ 408478 h 4338845"/>
                <a:gd name="connsiteX4" fmla="*/ 3061489 w 3084349"/>
                <a:gd name="connsiteY4" fmla="*/ 3968815 h 4338845"/>
                <a:gd name="connsiteX5" fmla="*/ 2691459 w 3084349"/>
                <a:gd name="connsiteY5" fmla="*/ 4338845 h 4338845"/>
                <a:gd name="connsiteX6" fmla="*/ 370030 w 3084349"/>
                <a:gd name="connsiteY6" fmla="*/ 4338845 h 4338845"/>
                <a:gd name="connsiteX7" fmla="*/ 0 w 3084349"/>
                <a:gd name="connsiteY7" fmla="*/ 3968815 h 4338845"/>
                <a:gd name="connsiteX8" fmla="*/ 0 w 3084349"/>
                <a:gd name="connsiteY8" fmla="*/ 2488738 h 4338845"/>
                <a:gd name="connsiteX0" fmla="*/ 0 w 3084349"/>
                <a:gd name="connsiteY0" fmla="*/ 2512536 h 4362643"/>
                <a:gd name="connsiteX1" fmla="*/ 370030 w 3084349"/>
                <a:gd name="connsiteY1" fmla="*/ 2142506 h 4362643"/>
                <a:gd name="connsiteX2" fmla="*/ 2775733 w 3084349"/>
                <a:gd name="connsiteY2" fmla="*/ 50816 h 4362643"/>
                <a:gd name="connsiteX3" fmla="*/ 3084349 w 3084349"/>
                <a:gd name="connsiteY3" fmla="*/ 432276 h 4362643"/>
                <a:gd name="connsiteX4" fmla="*/ 3061489 w 3084349"/>
                <a:gd name="connsiteY4" fmla="*/ 3992613 h 4362643"/>
                <a:gd name="connsiteX5" fmla="*/ 2691459 w 3084349"/>
                <a:gd name="connsiteY5" fmla="*/ 4362643 h 4362643"/>
                <a:gd name="connsiteX6" fmla="*/ 370030 w 3084349"/>
                <a:gd name="connsiteY6" fmla="*/ 4362643 h 4362643"/>
                <a:gd name="connsiteX7" fmla="*/ 0 w 3084349"/>
                <a:gd name="connsiteY7" fmla="*/ 3992613 h 4362643"/>
                <a:gd name="connsiteX8" fmla="*/ 0 w 3084349"/>
                <a:gd name="connsiteY8" fmla="*/ 2512536 h 4362643"/>
                <a:gd name="connsiteX0" fmla="*/ 0 w 3084349"/>
                <a:gd name="connsiteY0" fmla="*/ 2512536 h 4362643"/>
                <a:gd name="connsiteX1" fmla="*/ 242648 w 3084349"/>
                <a:gd name="connsiteY1" fmla="*/ 2197742 h 4362643"/>
                <a:gd name="connsiteX2" fmla="*/ 2775733 w 3084349"/>
                <a:gd name="connsiteY2" fmla="*/ 50816 h 4362643"/>
                <a:gd name="connsiteX3" fmla="*/ 3084349 w 3084349"/>
                <a:gd name="connsiteY3" fmla="*/ 432276 h 4362643"/>
                <a:gd name="connsiteX4" fmla="*/ 3061489 w 3084349"/>
                <a:gd name="connsiteY4" fmla="*/ 3992613 h 4362643"/>
                <a:gd name="connsiteX5" fmla="*/ 2691459 w 3084349"/>
                <a:gd name="connsiteY5" fmla="*/ 4362643 h 4362643"/>
                <a:gd name="connsiteX6" fmla="*/ 370030 w 3084349"/>
                <a:gd name="connsiteY6" fmla="*/ 4362643 h 4362643"/>
                <a:gd name="connsiteX7" fmla="*/ 0 w 3084349"/>
                <a:gd name="connsiteY7" fmla="*/ 3992613 h 4362643"/>
                <a:gd name="connsiteX8" fmla="*/ 0 w 3084349"/>
                <a:gd name="connsiteY8" fmla="*/ 2512536 h 4362643"/>
                <a:gd name="connsiteX0" fmla="*/ 0 w 3084349"/>
                <a:gd name="connsiteY0" fmla="*/ 2512536 h 4362643"/>
                <a:gd name="connsiteX1" fmla="*/ 242648 w 3084349"/>
                <a:gd name="connsiteY1" fmla="*/ 2197742 h 4362643"/>
                <a:gd name="connsiteX2" fmla="*/ 2775733 w 3084349"/>
                <a:gd name="connsiteY2" fmla="*/ 50816 h 4362643"/>
                <a:gd name="connsiteX3" fmla="*/ 3084349 w 3084349"/>
                <a:gd name="connsiteY3" fmla="*/ 432276 h 4362643"/>
                <a:gd name="connsiteX4" fmla="*/ 3061489 w 3084349"/>
                <a:gd name="connsiteY4" fmla="*/ 3992613 h 4362643"/>
                <a:gd name="connsiteX5" fmla="*/ 2691459 w 3084349"/>
                <a:gd name="connsiteY5" fmla="*/ 4362643 h 4362643"/>
                <a:gd name="connsiteX6" fmla="*/ 370030 w 3084349"/>
                <a:gd name="connsiteY6" fmla="*/ 4362643 h 4362643"/>
                <a:gd name="connsiteX7" fmla="*/ 0 w 3084349"/>
                <a:gd name="connsiteY7" fmla="*/ 3992613 h 4362643"/>
                <a:gd name="connsiteX8" fmla="*/ 0 w 3084349"/>
                <a:gd name="connsiteY8" fmla="*/ 2512536 h 4362643"/>
                <a:gd name="connsiteX0" fmla="*/ 0 w 3084349"/>
                <a:gd name="connsiteY0" fmla="*/ 2545678 h 4362643"/>
                <a:gd name="connsiteX1" fmla="*/ 242648 w 3084349"/>
                <a:gd name="connsiteY1" fmla="*/ 2197742 h 4362643"/>
                <a:gd name="connsiteX2" fmla="*/ 2775733 w 3084349"/>
                <a:gd name="connsiteY2" fmla="*/ 50816 h 4362643"/>
                <a:gd name="connsiteX3" fmla="*/ 3084349 w 3084349"/>
                <a:gd name="connsiteY3" fmla="*/ 432276 h 4362643"/>
                <a:gd name="connsiteX4" fmla="*/ 3061489 w 3084349"/>
                <a:gd name="connsiteY4" fmla="*/ 3992613 h 4362643"/>
                <a:gd name="connsiteX5" fmla="*/ 2691459 w 3084349"/>
                <a:gd name="connsiteY5" fmla="*/ 4362643 h 4362643"/>
                <a:gd name="connsiteX6" fmla="*/ 370030 w 3084349"/>
                <a:gd name="connsiteY6" fmla="*/ 4362643 h 4362643"/>
                <a:gd name="connsiteX7" fmla="*/ 0 w 3084349"/>
                <a:gd name="connsiteY7" fmla="*/ 3992613 h 4362643"/>
                <a:gd name="connsiteX8" fmla="*/ 0 w 3084349"/>
                <a:gd name="connsiteY8" fmla="*/ 2545678 h 4362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84349" h="4362643">
                  <a:moveTo>
                    <a:pt x="0" y="2545678"/>
                  </a:moveTo>
                  <a:cubicBezTo>
                    <a:pt x="0" y="2341316"/>
                    <a:pt x="124269" y="2297166"/>
                    <a:pt x="242648" y="2197742"/>
                  </a:cubicBezTo>
                  <a:lnTo>
                    <a:pt x="2775733" y="50816"/>
                  </a:lnTo>
                  <a:cubicBezTo>
                    <a:pt x="2973726" y="-133577"/>
                    <a:pt x="3084349" y="227914"/>
                    <a:pt x="3084349" y="432276"/>
                  </a:cubicBezTo>
                  <a:lnTo>
                    <a:pt x="3061489" y="3992613"/>
                  </a:lnTo>
                  <a:cubicBezTo>
                    <a:pt x="3061489" y="4196975"/>
                    <a:pt x="2895821" y="4362643"/>
                    <a:pt x="2691459" y="4362643"/>
                  </a:cubicBezTo>
                  <a:lnTo>
                    <a:pt x="370030" y="4362643"/>
                  </a:lnTo>
                  <a:cubicBezTo>
                    <a:pt x="165668" y="4362643"/>
                    <a:pt x="0" y="4196975"/>
                    <a:pt x="0" y="3992613"/>
                  </a:cubicBezTo>
                  <a:lnTo>
                    <a:pt x="0" y="2545678"/>
                  </a:lnTo>
                  <a:close/>
                </a:path>
              </a:pathLst>
            </a:custGeom>
            <a:solidFill>
              <a:srgbClr val="84E291">
                <a:alpha val="25098"/>
              </a:srgb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area 2">
              <a:extLst>
                <a:ext uri="{FF2B5EF4-FFF2-40B4-BE49-F238E27FC236}">
                  <a16:creationId xmlns:a16="http://schemas.microsoft.com/office/drawing/2014/main" id="{C136997E-2302-0BD1-7F51-1C67D60C906C}"/>
                </a:ext>
              </a:extLst>
            </p:cNvPr>
            <p:cNvSpPr/>
            <p:nvPr/>
          </p:nvSpPr>
          <p:spPr>
            <a:xfrm>
              <a:off x="3980112" y="3979309"/>
              <a:ext cx="2726586" cy="1960680"/>
            </a:xfrm>
            <a:prstGeom prst="roundRect">
              <a:avLst/>
            </a:prstGeom>
            <a:solidFill>
              <a:srgbClr val="84E291">
                <a:alpha val="25098"/>
              </a:srgb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area 1">
              <a:extLst>
                <a:ext uri="{FF2B5EF4-FFF2-40B4-BE49-F238E27FC236}">
                  <a16:creationId xmlns:a16="http://schemas.microsoft.com/office/drawing/2014/main" id="{B6ADDB7B-0E7D-3FE8-43BE-C03EFC5174BC}"/>
                </a:ext>
              </a:extLst>
            </p:cNvPr>
            <p:cNvSpPr/>
            <p:nvPr/>
          </p:nvSpPr>
          <p:spPr>
            <a:xfrm>
              <a:off x="231048" y="3962481"/>
              <a:ext cx="3404560" cy="1975901"/>
            </a:xfrm>
            <a:prstGeom prst="roundRect">
              <a:avLst/>
            </a:prstGeom>
            <a:solidFill>
              <a:srgbClr val="84E291">
                <a:alpha val="25098"/>
              </a:srgb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F692E0FD-A468-56B1-DF78-67761908A037}"/>
                </a:ext>
              </a:extLst>
            </p:cNvPr>
            <p:cNvSpPr txBox="1"/>
            <p:nvPr/>
          </p:nvSpPr>
          <p:spPr>
            <a:xfrm>
              <a:off x="376344" y="3917030"/>
              <a:ext cx="706814" cy="8981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 anchorCtr="0">
              <a:noAutofit/>
            </a:bodyPr>
            <a:lstStyle/>
            <a:p>
              <a:r>
                <a:rPr lang="en-US" sz="4800" b="1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1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AEF84F3D-FE03-C6B5-1BFB-27015C6DBB36}"/>
                </a:ext>
              </a:extLst>
            </p:cNvPr>
            <p:cNvSpPr txBox="1"/>
            <p:nvPr/>
          </p:nvSpPr>
          <p:spPr>
            <a:xfrm>
              <a:off x="4013406" y="3921867"/>
              <a:ext cx="706814" cy="8981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 anchorCtr="0">
              <a:noAutofit/>
            </a:bodyPr>
            <a:lstStyle/>
            <a:p>
              <a:r>
                <a:rPr lang="en-US" sz="4800" b="1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2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038DD50-47EC-8FF4-48C4-1FE0C6EEE528}"/>
                </a:ext>
              </a:extLst>
            </p:cNvPr>
            <p:cNvSpPr txBox="1"/>
            <p:nvPr/>
          </p:nvSpPr>
          <p:spPr>
            <a:xfrm>
              <a:off x="9474018" y="3030098"/>
              <a:ext cx="706814" cy="8981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 anchorCtr="0">
              <a:noAutofit/>
            </a:bodyPr>
            <a:lstStyle/>
            <a:p>
              <a:r>
                <a:rPr lang="en-US" sz="4800" b="1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3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42EC4598-AA99-D4E2-78B3-9D35770264E8}"/>
                </a:ext>
              </a:extLst>
            </p:cNvPr>
            <p:cNvSpPr txBox="1"/>
            <p:nvPr/>
          </p:nvSpPr>
          <p:spPr>
            <a:xfrm>
              <a:off x="148335" y="853770"/>
              <a:ext cx="706814" cy="8981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 anchorCtr="0">
              <a:noAutofit/>
            </a:bodyPr>
            <a:lstStyle/>
            <a:p>
              <a:r>
                <a:rPr lang="en-US" sz="4800" b="1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4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CC643895-6B3F-01B7-D7F6-E1B4585830B5}"/>
                </a:ext>
              </a:extLst>
            </p:cNvPr>
            <p:cNvSpPr txBox="1"/>
            <p:nvPr/>
          </p:nvSpPr>
          <p:spPr>
            <a:xfrm>
              <a:off x="5550934" y="1824770"/>
              <a:ext cx="706814" cy="8981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 anchorCtr="0">
              <a:noAutofit/>
            </a:bodyPr>
            <a:lstStyle/>
            <a:p>
              <a:r>
                <a:rPr lang="en-US" sz="4800" b="1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5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D7C365FB-5CD7-B743-2780-811065F0D248}"/>
                </a:ext>
              </a:extLst>
            </p:cNvPr>
            <p:cNvSpPr txBox="1"/>
            <p:nvPr/>
          </p:nvSpPr>
          <p:spPr>
            <a:xfrm>
              <a:off x="8710169" y="-127371"/>
              <a:ext cx="706814" cy="8981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 anchorCtr="0">
              <a:noAutofit/>
            </a:bodyPr>
            <a:lstStyle/>
            <a:p>
              <a:r>
                <a:rPr lang="en-US" sz="4800" b="1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6</a:t>
              </a:r>
            </a:p>
          </p:txBody>
        </p:sp>
      </p:grpSp>
      <p:grpSp>
        <p:nvGrpSpPr>
          <p:cNvPr id="39" name="annotations" hidden="1">
            <a:extLst>
              <a:ext uri="{FF2B5EF4-FFF2-40B4-BE49-F238E27FC236}">
                <a16:creationId xmlns:a16="http://schemas.microsoft.com/office/drawing/2014/main" id="{3A34A9F3-8E71-AE9D-E822-CA5089448882}"/>
              </a:ext>
            </a:extLst>
          </p:cNvPr>
          <p:cNvGrpSpPr/>
          <p:nvPr/>
        </p:nvGrpSpPr>
        <p:grpSpPr>
          <a:xfrm>
            <a:off x="1409072" y="466301"/>
            <a:ext cx="10217049" cy="6493587"/>
            <a:chOff x="1409072" y="466301"/>
            <a:chExt cx="10217049" cy="6493587"/>
          </a:xfrm>
        </p:grpSpPr>
        <p:sp>
          <p:nvSpPr>
            <p:cNvPr id="33" name="Right Brace 32">
              <a:extLst>
                <a:ext uri="{FF2B5EF4-FFF2-40B4-BE49-F238E27FC236}">
                  <a16:creationId xmlns:a16="http://schemas.microsoft.com/office/drawing/2014/main" id="{EC49004E-A8F4-86FC-98D5-888F64FA9813}"/>
                </a:ext>
              </a:extLst>
            </p:cNvPr>
            <p:cNvSpPr/>
            <p:nvPr/>
          </p:nvSpPr>
          <p:spPr>
            <a:xfrm rot="16200000">
              <a:off x="6414185" y="-619448"/>
              <a:ext cx="389338" cy="4421517"/>
            </a:xfrm>
            <a:prstGeom prst="rightBrace">
              <a:avLst>
                <a:gd name="adj1" fmla="val 47236"/>
                <a:gd name="adj2" fmla="val 50000"/>
              </a:avLst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ight Brace 33">
              <a:extLst>
                <a:ext uri="{FF2B5EF4-FFF2-40B4-BE49-F238E27FC236}">
                  <a16:creationId xmlns:a16="http://schemas.microsoft.com/office/drawing/2014/main" id="{6811EB30-DF02-BC10-2396-1D01B7EA8CEE}"/>
                </a:ext>
              </a:extLst>
            </p:cNvPr>
            <p:cNvSpPr/>
            <p:nvPr/>
          </p:nvSpPr>
          <p:spPr>
            <a:xfrm rot="5400000" flipV="1">
              <a:off x="5594688" y="2586466"/>
              <a:ext cx="357417" cy="7437444"/>
            </a:xfrm>
            <a:prstGeom prst="rightBrace">
              <a:avLst>
                <a:gd name="adj1" fmla="val 47236"/>
                <a:gd name="adj2" fmla="val 50000"/>
              </a:avLst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0D0F47C-D903-292C-A65F-CBCA21FF6BD9}"/>
                </a:ext>
              </a:extLst>
            </p:cNvPr>
            <p:cNvSpPr txBox="1"/>
            <p:nvPr/>
          </p:nvSpPr>
          <p:spPr>
            <a:xfrm>
              <a:off x="5154655" y="597800"/>
              <a:ext cx="2706745" cy="9578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sz="2200" dirty="0"/>
                <a:t>Three-way switches controlling that light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C9005453-DCF4-E08C-650D-2825552A7F8B}"/>
                </a:ext>
              </a:extLst>
            </p:cNvPr>
            <p:cNvCxnSpPr>
              <a:cxnSpLocks/>
              <a:stCxn id="35" idx="3"/>
            </p:cNvCxnSpPr>
            <p:nvPr/>
          </p:nvCxnSpPr>
          <p:spPr>
            <a:xfrm flipV="1">
              <a:off x="7861400" y="907968"/>
              <a:ext cx="2703429" cy="16874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5BFDD1D-CC23-95B1-6C38-7D950029DF41}"/>
                </a:ext>
              </a:extLst>
            </p:cNvPr>
            <p:cNvSpPr txBox="1"/>
            <p:nvPr/>
          </p:nvSpPr>
          <p:spPr>
            <a:xfrm>
              <a:off x="2258050" y="466301"/>
              <a:ext cx="1991700" cy="9000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r>
                <a:rPr lang="en-US" sz="2000" dirty="0"/>
                <a:t>This light from that switch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B3C44825-38A1-23C4-68CB-A3B4C53118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09072" y="813423"/>
              <a:ext cx="814910" cy="10289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413BE178-96CE-F81C-1ACB-D541CB0E8D97}"/>
                </a:ext>
              </a:extLst>
            </p:cNvPr>
            <p:cNvCxnSpPr>
              <a:cxnSpLocks/>
            </p:cNvCxnSpPr>
            <p:nvPr/>
          </p:nvCxnSpPr>
          <p:spPr>
            <a:xfrm>
              <a:off x="2541647" y="1235343"/>
              <a:ext cx="37065" cy="76251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65B0863-649F-574C-BD39-CF4B91193350}"/>
                </a:ext>
              </a:extLst>
            </p:cNvPr>
            <p:cNvSpPr txBox="1"/>
            <p:nvPr/>
          </p:nvSpPr>
          <p:spPr>
            <a:xfrm>
              <a:off x="6458882" y="3988991"/>
              <a:ext cx="1670451" cy="11923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algn="r"/>
              <a:r>
                <a:rPr lang="en-US" sz="2000" dirty="0"/>
                <a:t>Switched</a:t>
              </a:r>
            </a:p>
            <a:p>
              <a:pPr algn="r">
                <a:lnSpc>
                  <a:spcPct val="150000"/>
                </a:lnSpc>
              </a:pPr>
              <a:r>
                <a:rPr lang="en-US" sz="2000" dirty="0"/>
                <a:t>Unswitched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112A6E3-FFDE-1072-9452-5D99FDF80F3A}"/>
                </a:ext>
              </a:extLst>
            </p:cNvPr>
            <p:cNvSpPr txBox="1"/>
            <p:nvPr/>
          </p:nvSpPr>
          <p:spPr>
            <a:xfrm>
              <a:off x="3092792" y="6426703"/>
              <a:ext cx="7088040" cy="5331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sz="2200" dirty="0"/>
                <a:t>GFCI on left protects light #6 and all three receptacles</a:t>
              </a: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DE5E7FD8-55F4-229F-EB89-85383F31F24E}"/>
                </a:ext>
              </a:extLst>
            </p:cNvPr>
            <p:cNvCxnSpPr>
              <a:cxnSpLocks/>
            </p:cNvCxnSpPr>
            <p:nvPr/>
          </p:nvCxnSpPr>
          <p:spPr>
            <a:xfrm>
              <a:off x="8099300" y="4326447"/>
              <a:ext cx="502926" cy="17459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8C36C644-993A-EA08-03C4-409FB4150655}"/>
                </a:ext>
              </a:extLst>
            </p:cNvPr>
            <p:cNvCxnSpPr>
              <a:cxnSpLocks/>
            </p:cNvCxnSpPr>
            <p:nvPr/>
          </p:nvCxnSpPr>
          <p:spPr>
            <a:xfrm>
              <a:off x="8099300" y="4863091"/>
              <a:ext cx="502926" cy="17459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FBE8070-B4A6-D700-9C0A-721D3DC09B5B}"/>
                </a:ext>
              </a:extLst>
            </p:cNvPr>
            <p:cNvSpPr txBox="1"/>
            <p:nvPr/>
          </p:nvSpPr>
          <p:spPr>
            <a:xfrm>
              <a:off x="9788406" y="4631012"/>
              <a:ext cx="1837715" cy="11923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r>
                <a:rPr lang="en-US" sz="2000" dirty="0"/>
                <a:t>top outlet switched here</a:t>
              </a: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9D03392C-678F-E110-34A3-475F865DE7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2246" y="4543951"/>
              <a:ext cx="641172" cy="45439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216D6668-41CC-863E-BD1E-7409C3D1386E}"/>
                </a:ext>
              </a:extLst>
            </p:cNvPr>
            <p:cNvCxnSpPr>
              <a:cxnSpLocks/>
              <a:endCxn id="11" idx="2"/>
            </p:cNvCxnSpPr>
            <p:nvPr/>
          </p:nvCxnSpPr>
          <p:spPr>
            <a:xfrm flipH="1" flipV="1">
              <a:off x="10916947" y="3137138"/>
              <a:ext cx="263780" cy="200382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BFEE622-7CF2-CCAC-6DD4-06899F69823D}"/>
                </a:ext>
              </a:extLst>
            </p:cNvPr>
            <p:cNvSpPr txBox="1"/>
            <p:nvPr/>
          </p:nvSpPr>
          <p:spPr>
            <a:xfrm>
              <a:off x="2381963" y="5465756"/>
              <a:ext cx="794386" cy="5331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sz="2000" dirty="0"/>
                <a:t>GFCI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1079BEF-3EF3-FC52-9305-082523C0AAA8}"/>
                </a:ext>
              </a:extLst>
            </p:cNvPr>
            <p:cNvSpPr txBox="1"/>
            <p:nvPr/>
          </p:nvSpPr>
          <p:spPr>
            <a:xfrm>
              <a:off x="1905023" y="3056894"/>
              <a:ext cx="1412520" cy="9870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sz="2200" b="1" dirty="0"/>
                <a:t>NOT</a:t>
              </a:r>
              <a:r>
                <a:rPr lang="en-US" sz="2200" dirty="0"/>
                <a:t> protected</a:t>
              </a:r>
            </a:p>
            <a:p>
              <a:pPr>
                <a:lnSpc>
                  <a:spcPct val="80000"/>
                </a:lnSpc>
              </a:pPr>
              <a:r>
                <a:rPr lang="en-US" sz="2200" dirty="0"/>
                <a:t>by GFCI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74213CB-0CBD-9916-4EE1-C1EF45FE6298}"/>
              </a:ext>
            </a:extLst>
          </p:cNvPr>
          <p:cNvSpPr txBox="1"/>
          <p:nvPr/>
        </p:nvSpPr>
        <p:spPr>
          <a:xfrm>
            <a:off x="3558029" y="4577950"/>
            <a:ext cx="1412520" cy="72712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>
              <a:lnSpc>
                <a:spcPct val="80000"/>
              </a:lnSpc>
            </a:pPr>
            <a:r>
              <a:rPr lang="en-US" sz="2200" dirty="0"/>
              <a:t>protected</a:t>
            </a:r>
          </a:p>
          <a:p>
            <a:pPr>
              <a:lnSpc>
                <a:spcPct val="80000"/>
              </a:lnSpc>
            </a:pPr>
            <a:r>
              <a:rPr lang="en-US" sz="2200" dirty="0"/>
              <a:t>by GFCI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51C1161-E6F8-14BD-BB24-9EA718CBEBE9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3310"/>
          <a:stretch>
            <a:fillRect/>
          </a:stretch>
        </p:blipFill>
        <p:spPr>
          <a:xfrm>
            <a:off x="274073" y="3093608"/>
            <a:ext cx="5109596" cy="32337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B16CF05-0BFA-6C93-AFBF-5A51F578C36A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5188"/>
          <a:stretch>
            <a:fillRect/>
          </a:stretch>
        </p:blipFill>
        <p:spPr>
          <a:xfrm>
            <a:off x="5807895" y="2995695"/>
            <a:ext cx="2611376" cy="3274265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2646EC60-EDF7-3906-87A3-52E89DF9796D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37" t="5430" r="39388" b="6032"/>
          <a:stretch>
            <a:fillRect/>
          </a:stretch>
        </p:blipFill>
        <p:spPr>
          <a:xfrm>
            <a:off x="9004526" y="574398"/>
            <a:ext cx="1815176" cy="607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1689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5F679-1D5F-7975-DD77-62EB480A2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room">
            <a:extLst>
              <a:ext uri="{FF2B5EF4-FFF2-40B4-BE49-F238E27FC236}">
                <a16:creationId xmlns:a16="http://schemas.microsoft.com/office/drawing/2014/main" id="{8D6C4DFB-1EFC-9824-D87F-95D3F165B09E}"/>
              </a:ext>
            </a:extLst>
          </p:cNvPr>
          <p:cNvGrpSpPr/>
          <p:nvPr/>
        </p:nvGrpSpPr>
        <p:grpSpPr>
          <a:xfrm>
            <a:off x="0" y="162046"/>
            <a:ext cx="12192000" cy="6655443"/>
            <a:chOff x="0" y="162046"/>
            <a:chExt cx="12192000" cy="6655443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589149E-0142-1AF8-1853-820796F2749D}"/>
                </a:ext>
              </a:extLst>
            </p:cNvPr>
            <p:cNvSpPr/>
            <p:nvPr/>
          </p:nvSpPr>
          <p:spPr>
            <a:xfrm>
              <a:off x="966486" y="574399"/>
              <a:ext cx="10828116" cy="551388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22C2229-EA84-B333-D15C-85BB208CDC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0" y="6088284"/>
              <a:ext cx="966486" cy="7292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358A54C-47C5-389C-06BE-CCA18B7162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794602" y="6088283"/>
              <a:ext cx="397398" cy="7292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7A0546B-D006-3D55-0225-E754ABEA46E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62046"/>
              <a:ext cx="463560" cy="17362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1635D4-0CA7-22B7-F54D-0181AF591E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4602" y="248856"/>
              <a:ext cx="397398" cy="32554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devices">
            <a:extLst>
              <a:ext uri="{FF2B5EF4-FFF2-40B4-BE49-F238E27FC236}">
                <a16:creationId xmlns:a16="http://schemas.microsoft.com/office/drawing/2014/main" id="{65BA8A21-856A-0BDA-85DC-4FAF77B5CF6B}"/>
              </a:ext>
            </a:extLst>
          </p:cNvPr>
          <p:cNvGrpSpPr/>
          <p:nvPr/>
        </p:nvGrpSpPr>
        <p:grpSpPr>
          <a:xfrm>
            <a:off x="296278" y="195176"/>
            <a:ext cx="11383525" cy="5383759"/>
            <a:chOff x="296278" y="195176"/>
            <a:chExt cx="11383525" cy="5383759"/>
          </a:xfrm>
        </p:grpSpPr>
        <p:pic>
          <p:nvPicPr>
            <p:cNvPr id="8" name="Picture 7" descr="A white electrical outlet with red button">
              <a:extLst>
                <a:ext uri="{FF2B5EF4-FFF2-40B4-BE49-F238E27FC236}">
                  <a16:creationId xmlns:a16="http://schemas.microsoft.com/office/drawing/2014/main" id="{990F762C-08AC-4B0F-4819-BCA8A5F26F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519"/>
            <a:stretch/>
          </p:blipFill>
          <p:spPr>
            <a:xfrm>
              <a:off x="2328026" y="4115895"/>
              <a:ext cx="902261" cy="1463040"/>
            </a:xfrm>
            <a:prstGeom prst="rect">
              <a:avLst/>
            </a:prstGeom>
          </p:spPr>
        </p:pic>
        <p:pic>
          <p:nvPicPr>
            <p:cNvPr id="2" name="Picture 1" descr="A row of white electrical outlets&#10;&#10;AI-generated content may be incorrect.">
              <a:extLst>
                <a:ext uri="{FF2B5EF4-FFF2-40B4-BE49-F238E27FC236}">
                  <a16:creationId xmlns:a16="http://schemas.microsoft.com/office/drawing/2014/main" id="{647140CD-324C-333E-3ABA-FBAD6BF41D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661" t="23292" r="33572" b="23122"/>
            <a:stretch/>
          </p:blipFill>
          <p:spPr>
            <a:xfrm>
              <a:off x="5399584" y="4090376"/>
              <a:ext cx="894617" cy="1463040"/>
            </a:xfrm>
            <a:prstGeom prst="rect">
              <a:avLst/>
            </a:prstGeom>
          </p:spPr>
        </p:pic>
        <p:pic>
          <p:nvPicPr>
            <p:cNvPr id="7" name="Picture 6" descr="A row of white electrical outlets&#10;&#10;AI-generated content may be incorrect.">
              <a:extLst>
                <a:ext uri="{FF2B5EF4-FFF2-40B4-BE49-F238E27FC236}">
                  <a16:creationId xmlns:a16="http://schemas.microsoft.com/office/drawing/2014/main" id="{F237B441-B824-716D-2AD6-4254875FC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661" t="23292" r="33572" b="23122"/>
            <a:stretch/>
          </p:blipFill>
          <p:spPr>
            <a:xfrm>
              <a:off x="8433312" y="4090376"/>
              <a:ext cx="894617" cy="1463040"/>
            </a:xfrm>
            <a:prstGeom prst="rect">
              <a:avLst/>
            </a:prstGeom>
          </p:spPr>
        </p:pic>
        <p:pic>
          <p:nvPicPr>
            <p:cNvPr id="9" name="Picture 8" descr="A white rectangular light switch&#10;&#10;AI-generated content may be incorrect.">
              <a:extLst>
                <a:ext uri="{FF2B5EF4-FFF2-40B4-BE49-F238E27FC236}">
                  <a16:creationId xmlns:a16="http://schemas.microsoft.com/office/drawing/2014/main" id="{152565C1-4F08-AFF9-37A0-182BE54216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832" t="1097" r="22011" b="2700"/>
            <a:stretch/>
          </p:blipFill>
          <p:spPr>
            <a:xfrm>
              <a:off x="2456258" y="1582366"/>
              <a:ext cx="899641" cy="1463040"/>
            </a:xfrm>
            <a:prstGeom prst="rect">
              <a:avLst/>
            </a:prstGeom>
          </p:spPr>
        </p:pic>
        <p:pic>
          <p:nvPicPr>
            <p:cNvPr id="11" name="Picture 10" descr="A light switch on a wall">
              <a:extLst>
                <a:ext uri="{FF2B5EF4-FFF2-40B4-BE49-F238E27FC236}">
                  <a16:creationId xmlns:a16="http://schemas.microsoft.com/office/drawing/2014/main" id="{28E97EA3-852D-FC7F-B455-94FE8B1E2C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888" t="32827" r="11048" b="33304"/>
            <a:stretch/>
          </p:blipFill>
          <p:spPr>
            <a:xfrm>
              <a:off x="10742958" y="2593715"/>
              <a:ext cx="936845" cy="1463040"/>
            </a:xfrm>
            <a:prstGeom prst="rect">
              <a:avLst/>
            </a:prstGeom>
          </p:spPr>
        </p:pic>
        <p:pic>
          <p:nvPicPr>
            <p:cNvPr id="12" name="Picture 11" descr="A light switch on a wall">
              <a:extLst>
                <a:ext uri="{FF2B5EF4-FFF2-40B4-BE49-F238E27FC236}">
                  <a16:creationId xmlns:a16="http://schemas.microsoft.com/office/drawing/2014/main" id="{D3B755CD-2B08-C17A-C2F1-C7580DF6F9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888" t="32827" r="11048" b="33304"/>
            <a:stretch/>
          </p:blipFill>
          <p:spPr>
            <a:xfrm>
              <a:off x="4481937" y="1903352"/>
              <a:ext cx="936845" cy="1463040"/>
            </a:xfrm>
            <a:prstGeom prst="rect">
              <a:avLst/>
            </a:prstGeom>
          </p:spPr>
        </p:pic>
        <p:pic>
          <p:nvPicPr>
            <p:cNvPr id="13" name="Picture 12" descr="A light switch on a wall">
              <a:extLst>
                <a:ext uri="{FF2B5EF4-FFF2-40B4-BE49-F238E27FC236}">
                  <a16:creationId xmlns:a16="http://schemas.microsoft.com/office/drawing/2014/main" id="{DB43072A-8BD5-89AA-E317-B574606A4E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888" t="32827" r="11048" b="33304"/>
            <a:stretch/>
          </p:blipFill>
          <p:spPr>
            <a:xfrm>
              <a:off x="6193575" y="1903352"/>
              <a:ext cx="936845" cy="1463040"/>
            </a:xfrm>
            <a:prstGeom prst="rect">
              <a:avLst/>
            </a:prstGeom>
          </p:spPr>
        </p:pic>
        <p:pic>
          <p:nvPicPr>
            <p:cNvPr id="14" name="Picture 13" descr="A light switch on a wall">
              <a:extLst>
                <a:ext uri="{FF2B5EF4-FFF2-40B4-BE49-F238E27FC236}">
                  <a16:creationId xmlns:a16="http://schemas.microsoft.com/office/drawing/2014/main" id="{56BB965C-91DF-4B65-C7C9-67773DBF2BD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888" t="32827" r="11048" b="33304"/>
            <a:stretch/>
          </p:blipFill>
          <p:spPr>
            <a:xfrm>
              <a:off x="7905213" y="1903352"/>
              <a:ext cx="936845" cy="1463040"/>
            </a:xfrm>
            <a:prstGeom prst="rect">
              <a:avLst/>
            </a:prstGeom>
          </p:spPr>
        </p:pic>
        <p:pic>
          <p:nvPicPr>
            <p:cNvPr id="18" name="Picture 17" descr="A light fixture with a light bulb&#10;&#10;AI-generated content may be incorrect.">
              <a:extLst>
                <a:ext uri="{FF2B5EF4-FFF2-40B4-BE49-F238E27FC236}">
                  <a16:creationId xmlns:a16="http://schemas.microsoft.com/office/drawing/2014/main" id="{0B224581-860C-A41C-39C6-83F2A3E2180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84" t="-252" r="13994" b="1"/>
            <a:stretch/>
          </p:blipFill>
          <p:spPr>
            <a:xfrm>
              <a:off x="296278" y="202054"/>
              <a:ext cx="1085521" cy="1525840"/>
            </a:xfrm>
            <a:prstGeom prst="rect">
              <a:avLst/>
            </a:prstGeom>
          </p:spPr>
        </p:pic>
        <p:pic>
          <p:nvPicPr>
            <p:cNvPr id="28" name="Picture 27" descr="A light fixture with a light bulb&#10;&#10;AI-generated content may be incorrect.">
              <a:extLst>
                <a:ext uri="{FF2B5EF4-FFF2-40B4-BE49-F238E27FC236}">
                  <a16:creationId xmlns:a16="http://schemas.microsoft.com/office/drawing/2014/main" id="{90EC0F5E-FCEF-BA9E-89D8-CC81B698730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84" t="-252" r="13994" b="1"/>
            <a:stretch/>
          </p:blipFill>
          <p:spPr>
            <a:xfrm>
              <a:off x="10454208" y="195176"/>
              <a:ext cx="1085521" cy="1525840"/>
            </a:xfrm>
            <a:prstGeom prst="rect">
              <a:avLst/>
            </a:prstGeom>
          </p:spPr>
        </p:pic>
      </p:grpSp>
      <p:sp>
        <p:nvSpPr>
          <p:cNvPr id="111" name="title">
            <a:extLst>
              <a:ext uri="{FF2B5EF4-FFF2-40B4-BE49-F238E27FC236}">
                <a16:creationId xmlns:a16="http://schemas.microsoft.com/office/drawing/2014/main" id="{8DED2C16-1590-DDE9-8881-9F1AE5C0F56F}"/>
              </a:ext>
            </a:extLst>
          </p:cNvPr>
          <p:cNvSpPr txBox="1"/>
          <p:nvPr/>
        </p:nvSpPr>
        <p:spPr>
          <a:xfrm>
            <a:off x="3410376" y="-69862"/>
            <a:ext cx="47296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Today’s Lab</a:t>
            </a:r>
          </a:p>
        </p:txBody>
      </p:sp>
      <p:grpSp>
        <p:nvGrpSpPr>
          <p:cNvPr id="29" name="Power red arrows" hidden="1">
            <a:extLst>
              <a:ext uri="{FF2B5EF4-FFF2-40B4-BE49-F238E27FC236}">
                <a16:creationId xmlns:a16="http://schemas.microsoft.com/office/drawing/2014/main" id="{E9D7A37B-4D2B-EE81-3EFE-D6CFB830A7E4}"/>
              </a:ext>
            </a:extLst>
          </p:cNvPr>
          <p:cNvGrpSpPr/>
          <p:nvPr/>
        </p:nvGrpSpPr>
        <p:grpSpPr>
          <a:xfrm>
            <a:off x="554201" y="1082694"/>
            <a:ext cx="10188757" cy="5734795"/>
            <a:chOff x="554201" y="1082694"/>
            <a:chExt cx="10188757" cy="5734795"/>
          </a:xfrm>
        </p:grpSpPr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446AD5DB-1C0E-0D45-879C-CD62443A8D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4201" y="5181367"/>
              <a:ext cx="1605687" cy="1636122"/>
            </a:xfrm>
            <a:prstGeom prst="straightConnector1">
              <a:avLst/>
            </a:pr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67F8041E-7626-D6E8-95B5-4723C52085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38905" y="5225646"/>
              <a:ext cx="1598133" cy="0"/>
            </a:xfrm>
            <a:prstGeom prst="straightConnector1">
              <a:avLst/>
            </a:pr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9AE9C5BA-05E0-184B-5012-C8075761A2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2711" y="5239524"/>
              <a:ext cx="1598133" cy="0"/>
            </a:xfrm>
            <a:prstGeom prst="straightConnector1">
              <a:avLst/>
            </a:pr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FD3007AD-CBB6-1861-9AB3-892894EC76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74048" y="1130544"/>
              <a:ext cx="1053978" cy="1332338"/>
            </a:xfrm>
            <a:prstGeom prst="straightConnector1">
              <a:avLst/>
            </a:pr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C3CCE394-B16A-77FD-BD9C-182D5BC41F3A}"/>
                </a:ext>
              </a:extLst>
            </p:cNvPr>
            <p:cNvSpPr/>
            <p:nvPr/>
          </p:nvSpPr>
          <p:spPr>
            <a:xfrm>
              <a:off x="1461668" y="2608356"/>
              <a:ext cx="910159" cy="2271025"/>
            </a:xfrm>
            <a:custGeom>
              <a:avLst/>
              <a:gdLst>
                <a:gd name="connsiteX0" fmla="*/ 0 w 2333683"/>
                <a:gd name="connsiteY0" fmla="*/ 1817580 h 1817580"/>
                <a:gd name="connsiteX1" fmla="*/ 33659 w 2333683"/>
                <a:gd name="connsiteY1" fmla="*/ 762935 h 1817580"/>
                <a:gd name="connsiteX2" fmla="*/ 2333683 w 2333683"/>
                <a:gd name="connsiteY2" fmla="*/ 0 h 1817580"/>
                <a:gd name="connsiteX0" fmla="*/ 0 w 2333683"/>
                <a:gd name="connsiteY0" fmla="*/ 1817580 h 1817580"/>
                <a:gd name="connsiteX1" fmla="*/ 7077 w 2333683"/>
                <a:gd name="connsiteY1" fmla="*/ 1005206 h 1817580"/>
                <a:gd name="connsiteX2" fmla="*/ 2333683 w 2333683"/>
                <a:gd name="connsiteY2" fmla="*/ 0 h 1817580"/>
                <a:gd name="connsiteX0" fmla="*/ 519074 w 2852757"/>
                <a:gd name="connsiteY0" fmla="*/ 1817580 h 1817580"/>
                <a:gd name="connsiteX1" fmla="*/ 0 w 2852757"/>
                <a:gd name="connsiteY1" fmla="*/ 629109 h 1817580"/>
                <a:gd name="connsiteX2" fmla="*/ 2852757 w 2852757"/>
                <a:gd name="connsiteY2" fmla="*/ 0 h 1817580"/>
                <a:gd name="connsiteX0" fmla="*/ 519074 w 727523"/>
                <a:gd name="connsiteY0" fmla="*/ 2099654 h 2099654"/>
                <a:gd name="connsiteX1" fmla="*/ 0 w 727523"/>
                <a:gd name="connsiteY1" fmla="*/ 911183 h 2099654"/>
                <a:gd name="connsiteX2" fmla="*/ 727523 w 727523"/>
                <a:gd name="connsiteY2" fmla="*/ 0 h 2099654"/>
                <a:gd name="connsiteX0" fmla="*/ 519074 w 727523"/>
                <a:gd name="connsiteY0" fmla="*/ 2099654 h 2099654"/>
                <a:gd name="connsiteX1" fmla="*/ 0 w 727523"/>
                <a:gd name="connsiteY1" fmla="*/ 911183 h 2099654"/>
                <a:gd name="connsiteX2" fmla="*/ 727523 w 727523"/>
                <a:gd name="connsiteY2" fmla="*/ 0 h 2099654"/>
                <a:gd name="connsiteX0" fmla="*/ 528703 w 737152"/>
                <a:gd name="connsiteY0" fmla="*/ 2099654 h 2099654"/>
                <a:gd name="connsiteX1" fmla="*/ 0 w 737152"/>
                <a:gd name="connsiteY1" fmla="*/ 1042817 h 2099654"/>
                <a:gd name="connsiteX2" fmla="*/ 737152 w 737152"/>
                <a:gd name="connsiteY2" fmla="*/ 0 h 2099654"/>
                <a:gd name="connsiteX0" fmla="*/ 528703 w 862582"/>
                <a:gd name="connsiteY0" fmla="*/ 2077640 h 2077640"/>
                <a:gd name="connsiteX1" fmla="*/ 0 w 862582"/>
                <a:gd name="connsiteY1" fmla="*/ 1020803 h 2077640"/>
                <a:gd name="connsiteX2" fmla="*/ 862582 w 862582"/>
                <a:gd name="connsiteY2" fmla="*/ 0 h 2077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62582" h="2077640">
                  <a:moveTo>
                    <a:pt x="528703" y="2077640"/>
                  </a:moveTo>
                  <a:lnTo>
                    <a:pt x="0" y="1020803"/>
                  </a:lnTo>
                  <a:cubicBezTo>
                    <a:pt x="242508" y="717075"/>
                    <a:pt x="620074" y="303728"/>
                    <a:pt x="862582" y="0"/>
                  </a:cubicBezTo>
                </a:path>
              </a:pathLst>
            </a:cu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AD85AB1C-CC89-5C3A-833A-1ECD719CAF07}"/>
                </a:ext>
              </a:extLst>
            </p:cNvPr>
            <p:cNvCxnSpPr>
              <a:cxnSpLocks/>
            </p:cNvCxnSpPr>
            <p:nvPr/>
          </p:nvCxnSpPr>
          <p:spPr>
            <a:xfrm>
              <a:off x="5499027" y="2734838"/>
              <a:ext cx="711974" cy="0"/>
            </a:xfrm>
            <a:prstGeom prst="straightConnector1">
              <a:avLst/>
            </a:pr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0AFA962E-547B-652D-768C-5AF3660768E7}"/>
                </a:ext>
              </a:extLst>
            </p:cNvPr>
            <p:cNvCxnSpPr>
              <a:cxnSpLocks/>
            </p:cNvCxnSpPr>
            <p:nvPr/>
          </p:nvCxnSpPr>
          <p:spPr>
            <a:xfrm>
              <a:off x="7193239" y="2666604"/>
              <a:ext cx="711974" cy="0"/>
            </a:xfrm>
            <a:prstGeom prst="straightConnector1">
              <a:avLst/>
            </a:pr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8D017365-D89B-63DF-F7BE-4E2277C8A7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3681" y="1082694"/>
              <a:ext cx="1889277" cy="1583910"/>
            </a:xfrm>
            <a:prstGeom prst="straightConnector1">
              <a:avLst/>
            </a:pr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5103911C-7210-2C99-FB3E-88A2028967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96442" y="3598363"/>
              <a:ext cx="1343591" cy="876917"/>
            </a:xfrm>
            <a:prstGeom prst="straightConnector1">
              <a:avLst/>
            </a:prstGeom>
            <a:ln w="92075">
              <a:solidFill>
                <a:srgbClr val="C00000"/>
              </a:solidFill>
              <a:headEnd type="triangle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1275F17-1572-7F7B-7769-15F8B7349DAB}"/>
                </a:ext>
              </a:extLst>
            </p:cNvPr>
            <p:cNvSpPr/>
            <p:nvPr/>
          </p:nvSpPr>
          <p:spPr>
            <a:xfrm>
              <a:off x="4086635" y="2732048"/>
              <a:ext cx="1233504" cy="1938123"/>
            </a:xfrm>
            <a:custGeom>
              <a:avLst/>
              <a:gdLst>
                <a:gd name="connsiteX0" fmla="*/ 0 w 2333683"/>
                <a:gd name="connsiteY0" fmla="*/ 1817580 h 1817580"/>
                <a:gd name="connsiteX1" fmla="*/ 33659 w 2333683"/>
                <a:gd name="connsiteY1" fmla="*/ 762935 h 1817580"/>
                <a:gd name="connsiteX2" fmla="*/ 2333683 w 2333683"/>
                <a:gd name="connsiteY2" fmla="*/ 0 h 1817580"/>
                <a:gd name="connsiteX0" fmla="*/ 0 w 2333683"/>
                <a:gd name="connsiteY0" fmla="*/ 1817580 h 1817580"/>
                <a:gd name="connsiteX1" fmla="*/ 7077 w 2333683"/>
                <a:gd name="connsiteY1" fmla="*/ 1005206 h 1817580"/>
                <a:gd name="connsiteX2" fmla="*/ 2333683 w 2333683"/>
                <a:gd name="connsiteY2" fmla="*/ 0 h 1817580"/>
                <a:gd name="connsiteX0" fmla="*/ 519074 w 2852757"/>
                <a:gd name="connsiteY0" fmla="*/ 1817580 h 1817580"/>
                <a:gd name="connsiteX1" fmla="*/ 0 w 2852757"/>
                <a:gd name="connsiteY1" fmla="*/ 629109 h 1817580"/>
                <a:gd name="connsiteX2" fmla="*/ 2852757 w 2852757"/>
                <a:gd name="connsiteY2" fmla="*/ 0 h 1817580"/>
                <a:gd name="connsiteX0" fmla="*/ 519074 w 727523"/>
                <a:gd name="connsiteY0" fmla="*/ 2099654 h 2099654"/>
                <a:gd name="connsiteX1" fmla="*/ 0 w 727523"/>
                <a:gd name="connsiteY1" fmla="*/ 911183 h 2099654"/>
                <a:gd name="connsiteX2" fmla="*/ 727523 w 727523"/>
                <a:gd name="connsiteY2" fmla="*/ 0 h 2099654"/>
                <a:gd name="connsiteX0" fmla="*/ 519074 w 727523"/>
                <a:gd name="connsiteY0" fmla="*/ 2099654 h 2099654"/>
                <a:gd name="connsiteX1" fmla="*/ 0 w 727523"/>
                <a:gd name="connsiteY1" fmla="*/ 911183 h 2099654"/>
                <a:gd name="connsiteX2" fmla="*/ 727523 w 727523"/>
                <a:gd name="connsiteY2" fmla="*/ 0 h 2099654"/>
                <a:gd name="connsiteX0" fmla="*/ 528703 w 737152"/>
                <a:gd name="connsiteY0" fmla="*/ 2099654 h 2099654"/>
                <a:gd name="connsiteX1" fmla="*/ 0 w 737152"/>
                <a:gd name="connsiteY1" fmla="*/ 1042817 h 2099654"/>
                <a:gd name="connsiteX2" fmla="*/ 737152 w 737152"/>
                <a:gd name="connsiteY2" fmla="*/ 0 h 2099654"/>
                <a:gd name="connsiteX0" fmla="*/ 1554181 w 1554181"/>
                <a:gd name="connsiteY0" fmla="*/ 1476586 h 1476586"/>
                <a:gd name="connsiteX1" fmla="*/ 0 w 1554181"/>
                <a:gd name="connsiteY1" fmla="*/ 1042817 h 1476586"/>
                <a:gd name="connsiteX2" fmla="*/ 737152 w 1554181"/>
                <a:gd name="connsiteY2" fmla="*/ 0 h 1476586"/>
                <a:gd name="connsiteX0" fmla="*/ 1159396 w 1159396"/>
                <a:gd name="connsiteY0" fmla="*/ 1476586 h 1476586"/>
                <a:gd name="connsiteX1" fmla="*/ 0 w 1159396"/>
                <a:gd name="connsiteY1" fmla="*/ 823426 h 1476586"/>
                <a:gd name="connsiteX2" fmla="*/ 342367 w 1159396"/>
                <a:gd name="connsiteY2" fmla="*/ 0 h 1476586"/>
                <a:gd name="connsiteX0" fmla="*/ 1159396 w 1159396"/>
                <a:gd name="connsiteY0" fmla="*/ 1476586 h 1476586"/>
                <a:gd name="connsiteX1" fmla="*/ 0 w 1159396"/>
                <a:gd name="connsiteY1" fmla="*/ 823426 h 1476586"/>
                <a:gd name="connsiteX2" fmla="*/ 342367 w 1159396"/>
                <a:gd name="connsiteY2" fmla="*/ 0 h 1476586"/>
                <a:gd name="connsiteX0" fmla="*/ 1173839 w 1173839"/>
                <a:gd name="connsiteY0" fmla="*/ 1476586 h 1476586"/>
                <a:gd name="connsiteX1" fmla="*/ 0 w 1173839"/>
                <a:gd name="connsiteY1" fmla="*/ 516280 h 1476586"/>
                <a:gd name="connsiteX2" fmla="*/ 356810 w 1173839"/>
                <a:gd name="connsiteY2" fmla="*/ 0 h 1476586"/>
                <a:gd name="connsiteX0" fmla="*/ 1202726 w 1202726"/>
                <a:gd name="connsiteY0" fmla="*/ 1674037 h 1674037"/>
                <a:gd name="connsiteX1" fmla="*/ 0 w 1202726"/>
                <a:gd name="connsiteY1" fmla="*/ 516280 h 1674037"/>
                <a:gd name="connsiteX2" fmla="*/ 356810 w 1202726"/>
                <a:gd name="connsiteY2" fmla="*/ 0 h 1674037"/>
                <a:gd name="connsiteX0" fmla="*/ 1246056 w 1246056"/>
                <a:gd name="connsiteY0" fmla="*/ 1674037 h 1674037"/>
                <a:gd name="connsiteX1" fmla="*/ 0 w 1246056"/>
                <a:gd name="connsiteY1" fmla="*/ 770773 h 1674037"/>
                <a:gd name="connsiteX2" fmla="*/ 400140 w 1246056"/>
                <a:gd name="connsiteY2" fmla="*/ 0 h 1674037"/>
                <a:gd name="connsiteX0" fmla="*/ 1077550 w 1077550"/>
                <a:gd name="connsiteY0" fmla="*/ 1674037 h 1674037"/>
                <a:gd name="connsiteX1" fmla="*/ 0 w 1077550"/>
                <a:gd name="connsiteY1" fmla="*/ 832203 h 1674037"/>
                <a:gd name="connsiteX2" fmla="*/ 231634 w 1077550"/>
                <a:gd name="connsiteY2" fmla="*/ 0 h 1674037"/>
                <a:gd name="connsiteX0" fmla="*/ 1169024 w 1169024"/>
                <a:gd name="connsiteY0" fmla="*/ 1674037 h 1674037"/>
                <a:gd name="connsiteX1" fmla="*/ 0 w 1169024"/>
                <a:gd name="connsiteY1" fmla="*/ 823427 h 1674037"/>
                <a:gd name="connsiteX2" fmla="*/ 323108 w 1169024"/>
                <a:gd name="connsiteY2" fmla="*/ 0 h 1674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69024" h="1674037">
                  <a:moveTo>
                    <a:pt x="1169024" y="1674037"/>
                  </a:moveTo>
                  <a:lnTo>
                    <a:pt x="0" y="823427"/>
                  </a:lnTo>
                  <a:lnTo>
                    <a:pt x="323108" y="0"/>
                  </a:lnTo>
                </a:path>
              </a:pathLst>
            </a:cu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een areas and numbers" hidden="1">
            <a:extLst>
              <a:ext uri="{FF2B5EF4-FFF2-40B4-BE49-F238E27FC236}">
                <a16:creationId xmlns:a16="http://schemas.microsoft.com/office/drawing/2014/main" id="{5771E3C6-DAD7-163B-178E-BD443EFCDC0B}"/>
              </a:ext>
            </a:extLst>
          </p:cNvPr>
          <p:cNvGrpSpPr/>
          <p:nvPr/>
        </p:nvGrpSpPr>
        <p:grpSpPr>
          <a:xfrm>
            <a:off x="49659" y="-127371"/>
            <a:ext cx="11911293" cy="6067360"/>
            <a:chOff x="49659" y="-127371"/>
            <a:chExt cx="11911293" cy="6067360"/>
          </a:xfrm>
        </p:grpSpPr>
        <p:sp>
          <p:nvSpPr>
            <p:cNvPr id="5" name="area 6">
              <a:extLst>
                <a:ext uri="{FF2B5EF4-FFF2-40B4-BE49-F238E27FC236}">
                  <a16:creationId xmlns:a16="http://schemas.microsoft.com/office/drawing/2014/main" id="{DC592912-21BA-9F22-3003-E98CDA4D225F}"/>
                </a:ext>
              </a:extLst>
            </p:cNvPr>
            <p:cNvSpPr/>
            <p:nvPr/>
          </p:nvSpPr>
          <p:spPr>
            <a:xfrm rot="10800000">
              <a:off x="7757695" y="-1"/>
              <a:ext cx="4108027" cy="3529965"/>
            </a:xfrm>
            <a:custGeom>
              <a:avLst/>
              <a:gdLst>
                <a:gd name="connsiteX0" fmla="*/ 0 w 3061489"/>
                <a:gd name="connsiteY0" fmla="*/ 370030 h 2220137"/>
                <a:gd name="connsiteX1" fmla="*/ 370030 w 3061489"/>
                <a:gd name="connsiteY1" fmla="*/ 0 h 2220137"/>
                <a:gd name="connsiteX2" fmla="*/ 2691459 w 3061489"/>
                <a:gd name="connsiteY2" fmla="*/ 0 h 2220137"/>
                <a:gd name="connsiteX3" fmla="*/ 3061489 w 3061489"/>
                <a:gd name="connsiteY3" fmla="*/ 370030 h 2220137"/>
                <a:gd name="connsiteX4" fmla="*/ 3061489 w 3061489"/>
                <a:gd name="connsiteY4" fmla="*/ 1850107 h 2220137"/>
                <a:gd name="connsiteX5" fmla="*/ 2691459 w 3061489"/>
                <a:gd name="connsiteY5" fmla="*/ 2220137 h 2220137"/>
                <a:gd name="connsiteX6" fmla="*/ 370030 w 3061489"/>
                <a:gd name="connsiteY6" fmla="*/ 2220137 h 2220137"/>
                <a:gd name="connsiteX7" fmla="*/ 0 w 3061489"/>
                <a:gd name="connsiteY7" fmla="*/ 1850107 h 2220137"/>
                <a:gd name="connsiteX8" fmla="*/ 0 w 3061489"/>
                <a:gd name="connsiteY8" fmla="*/ 370030 h 2220137"/>
                <a:gd name="connsiteX0" fmla="*/ 0 w 3061489"/>
                <a:gd name="connsiteY0" fmla="*/ 2503630 h 4353737"/>
                <a:gd name="connsiteX1" fmla="*/ 370030 w 3061489"/>
                <a:gd name="connsiteY1" fmla="*/ 2133600 h 4353737"/>
                <a:gd name="connsiteX2" fmla="*/ 2836239 w 3061489"/>
                <a:gd name="connsiteY2" fmla="*/ 0 h 4353737"/>
                <a:gd name="connsiteX3" fmla="*/ 3061489 w 3061489"/>
                <a:gd name="connsiteY3" fmla="*/ 2503630 h 4353737"/>
                <a:gd name="connsiteX4" fmla="*/ 3061489 w 3061489"/>
                <a:gd name="connsiteY4" fmla="*/ 3983707 h 4353737"/>
                <a:gd name="connsiteX5" fmla="*/ 2691459 w 3061489"/>
                <a:gd name="connsiteY5" fmla="*/ 4353737 h 4353737"/>
                <a:gd name="connsiteX6" fmla="*/ 370030 w 3061489"/>
                <a:gd name="connsiteY6" fmla="*/ 4353737 h 4353737"/>
                <a:gd name="connsiteX7" fmla="*/ 0 w 3061489"/>
                <a:gd name="connsiteY7" fmla="*/ 3983707 h 4353737"/>
                <a:gd name="connsiteX8" fmla="*/ 0 w 3061489"/>
                <a:gd name="connsiteY8" fmla="*/ 2503630 h 4353737"/>
                <a:gd name="connsiteX0" fmla="*/ 0 w 3084349"/>
                <a:gd name="connsiteY0" fmla="*/ 2503630 h 4353737"/>
                <a:gd name="connsiteX1" fmla="*/ 370030 w 3084349"/>
                <a:gd name="connsiteY1" fmla="*/ 2133600 h 4353737"/>
                <a:gd name="connsiteX2" fmla="*/ 2836239 w 3084349"/>
                <a:gd name="connsiteY2" fmla="*/ 0 h 4353737"/>
                <a:gd name="connsiteX3" fmla="*/ 3084349 w 3084349"/>
                <a:gd name="connsiteY3" fmla="*/ 423370 h 4353737"/>
                <a:gd name="connsiteX4" fmla="*/ 3061489 w 3084349"/>
                <a:gd name="connsiteY4" fmla="*/ 3983707 h 4353737"/>
                <a:gd name="connsiteX5" fmla="*/ 2691459 w 3084349"/>
                <a:gd name="connsiteY5" fmla="*/ 4353737 h 4353737"/>
                <a:gd name="connsiteX6" fmla="*/ 370030 w 3084349"/>
                <a:gd name="connsiteY6" fmla="*/ 4353737 h 4353737"/>
                <a:gd name="connsiteX7" fmla="*/ 0 w 3084349"/>
                <a:gd name="connsiteY7" fmla="*/ 3983707 h 4353737"/>
                <a:gd name="connsiteX8" fmla="*/ 0 w 3084349"/>
                <a:gd name="connsiteY8" fmla="*/ 2503630 h 4353737"/>
                <a:gd name="connsiteX0" fmla="*/ 0 w 3084349"/>
                <a:gd name="connsiteY0" fmla="*/ 2503630 h 4353737"/>
                <a:gd name="connsiteX1" fmla="*/ 370030 w 3084349"/>
                <a:gd name="connsiteY1" fmla="*/ 2133600 h 4353737"/>
                <a:gd name="connsiteX2" fmla="*/ 2836239 w 3084349"/>
                <a:gd name="connsiteY2" fmla="*/ 0 h 4353737"/>
                <a:gd name="connsiteX3" fmla="*/ 3084349 w 3084349"/>
                <a:gd name="connsiteY3" fmla="*/ 423370 h 4353737"/>
                <a:gd name="connsiteX4" fmla="*/ 3061489 w 3084349"/>
                <a:gd name="connsiteY4" fmla="*/ 3983707 h 4353737"/>
                <a:gd name="connsiteX5" fmla="*/ 2691459 w 3084349"/>
                <a:gd name="connsiteY5" fmla="*/ 4353737 h 4353737"/>
                <a:gd name="connsiteX6" fmla="*/ 370030 w 3084349"/>
                <a:gd name="connsiteY6" fmla="*/ 4353737 h 4353737"/>
                <a:gd name="connsiteX7" fmla="*/ 0 w 3084349"/>
                <a:gd name="connsiteY7" fmla="*/ 3983707 h 4353737"/>
                <a:gd name="connsiteX8" fmla="*/ 0 w 3084349"/>
                <a:gd name="connsiteY8" fmla="*/ 2503630 h 4353737"/>
                <a:gd name="connsiteX0" fmla="*/ 0 w 3084349"/>
                <a:gd name="connsiteY0" fmla="*/ 2461720 h 4311827"/>
                <a:gd name="connsiteX1" fmla="*/ 370030 w 3084349"/>
                <a:gd name="connsiteY1" fmla="*/ 2091690 h 4311827"/>
                <a:gd name="connsiteX2" fmla="*/ 2775733 w 3084349"/>
                <a:gd name="connsiteY2" fmla="*/ 0 h 4311827"/>
                <a:gd name="connsiteX3" fmla="*/ 3084349 w 3084349"/>
                <a:gd name="connsiteY3" fmla="*/ 381460 h 4311827"/>
                <a:gd name="connsiteX4" fmla="*/ 3061489 w 3084349"/>
                <a:gd name="connsiteY4" fmla="*/ 3941797 h 4311827"/>
                <a:gd name="connsiteX5" fmla="*/ 2691459 w 3084349"/>
                <a:gd name="connsiteY5" fmla="*/ 4311827 h 4311827"/>
                <a:gd name="connsiteX6" fmla="*/ 370030 w 3084349"/>
                <a:gd name="connsiteY6" fmla="*/ 4311827 h 4311827"/>
                <a:gd name="connsiteX7" fmla="*/ 0 w 3084349"/>
                <a:gd name="connsiteY7" fmla="*/ 3941797 h 4311827"/>
                <a:gd name="connsiteX8" fmla="*/ 0 w 3084349"/>
                <a:gd name="connsiteY8" fmla="*/ 2461720 h 4311827"/>
                <a:gd name="connsiteX0" fmla="*/ 0 w 3084349"/>
                <a:gd name="connsiteY0" fmla="*/ 2488738 h 4338845"/>
                <a:gd name="connsiteX1" fmla="*/ 370030 w 3084349"/>
                <a:gd name="connsiteY1" fmla="*/ 2118708 h 4338845"/>
                <a:gd name="connsiteX2" fmla="*/ 2775733 w 3084349"/>
                <a:gd name="connsiteY2" fmla="*/ 27018 h 4338845"/>
                <a:gd name="connsiteX3" fmla="*/ 3084349 w 3084349"/>
                <a:gd name="connsiteY3" fmla="*/ 408478 h 4338845"/>
                <a:gd name="connsiteX4" fmla="*/ 3061489 w 3084349"/>
                <a:gd name="connsiteY4" fmla="*/ 3968815 h 4338845"/>
                <a:gd name="connsiteX5" fmla="*/ 2691459 w 3084349"/>
                <a:gd name="connsiteY5" fmla="*/ 4338845 h 4338845"/>
                <a:gd name="connsiteX6" fmla="*/ 370030 w 3084349"/>
                <a:gd name="connsiteY6" fmla="*/ 4338845 h 4338845"/>
                <a:gd name="connsiteX7" fmla="*/ 0 w 3084349"/>
                <a:gd name="connsiteY7" fmla="*/ 3968815 h 4338845"/>
                <a:gd name="connsiteX8" fmla="*/ 0 w 3084349"/>
                <a:gd name="connsiteY8" fmla="*/ 2488738 h 4338845"/>
                <a:gd name="connsiteX0" fmla="*/ 0 w 3084349"/>
                <a:gd name="connsiteY0" fmla="*/ 2512536 h 4362643"/>
                <a:gd name="connsiteX1" fmla="*/ 370030 w 3084349"/>
                <a:gd name="connsiteY1" fmla="*/ 2142506 h 4362643"/>
                <a:gd name="connsiteX2" fmla="*/ 2775733 w 3084349"/>
                <a:gd name="connsiteY2" fmla="*/ 50816 h 4362643"/>
                <a:gd name="connsiteX3" fmla="*/ 3084349 w 3084349"/>
                <a:gd name="connsiteY3" fmla="*/ 432276 h 4362643"/>
                <a:gd name="connsiteX4" fmla="*/ 3061489 w 3084349"/>
                <a:gd name="connsiteY4" fmla="*/ 3992613 h 4362643"/>
                <a:gd name="connsiteX5" fmla="*/ 2691459 w 3084349"/>
                <a:gd name="connsiteY5" fmla="*/ 4362643 h 4362643"/>
                <a:gd name="connsiteX6" fmla="*/ 370030 w 3084349"/>
                <a:gd name="connsiteY6" fmla="*/ 4362643 h 4362643"/>
                <a:gd name="connsiteX7" fmla="*/ 0 w 3084349"/>
                <a:gd name="connsiteY7" fmla="*/ 3992613 h 4362643"/>
                <a:gd name="connsiteX8" fmla="*/ 0 w 3084349"/>
                <a:gd name="connsiteY8" fmla="*/ 2512536 h 4362643"/>
                <a:gd name="connsiteX0" fmla="*/ 0 w 3084349"/>
                <a:gd name="connsiteY0" fmla="*/ 2512536 h 4362643"/>
                <a:gd name="connsiteX1" fmla="*/ 242648 w 3084349"/>
                <a:gd name="connsiteY1" fmla="*/ 2197742 h 4362643"/>
                <a:gd name="connsiteX2" fmla="*/ 2775733 w 3084349"/>
                <a:gd name="connsiteY2" fmla="*/ 50816 h 4362643"/>
                <a:gd name="connsiteX3" fmla="*/ 3084349 w 3084349"/>
                <a:gd name="connsiteY3" fmla="*/ 432276 h 4362643"/>
                <a:gd name="connsiteX4" fmla="*/ 3061489 w 3084349"/>
                <a:gd name="connsiteY4" fmla="*/ 3992613 h 4362643"/>
                <a:gd name="connsiteX5" fmla="*/ 2691459 w 3084349"/>
                <a:gd name="connsiteY5" fmla="*/ 4362643 h 4362643"/>
                <a:gd name="connsiteX6" fmla="*/ 370030 w 3084349"/>
                <a:gd name="connsiteY6" fmla="*/ 4362643 h 4362643"/>
                <a:gd name="connsiteX7" fmla="*/ 0 w 3084349"/>
                <a:gd name="connsiteY7" fmla="*/ 3992613 h 4362643"/>
                <a:gd name="connsiteX8" fmla="*/ 0 w 3084349"/>
                <a:gd name="connsiteY8" fmla="*/ 2512536 h 4362643"/>
                <a:gd name="connsiteX0" fmla="*/ 0 w 3084349"/>
                <a:gd name="connsiteY0" fmla="*/ 2512536 h 4362643"/>
                <a:gd name="connsiteX1" fmla="*/ 242648 w 3084349"/>
                <a:gd name="connsiteY1" fmla="*/ 2197742 h 4362643"/>
                <a:gd name="connsiteX2" fmla="*/ 2775733 w 3084349"/>
                <a:gd name="connsiteY2" fmla="*/ 50816 h 4362643"/>
                <a:gd name="connsiteX3" fmla="*/ 3084349 w 3084349"/>
                <a:gd name="connsiteY3" fmla="*/ 432276 h 4362643"/>
                <a:gd name="connsiteX4" fmla="*/ 3061489 w 3084349"/>
                <a:gd name="connsiteY4" fmla="*/ 3992613 h 4362643"/>
                <a:gd name="connsiteX5" fmla="*/ 2691459 w 3084349"/>
                <a:gd name="connsiteY5" fmla="*/ 4362643 h 4362643"/>
                <a:gd name="connsiteX6" fmla="*/ 370030 w 3084349"/>
                <a:gd name="connsiteY6" fmla="*/ 4362643 h 4362643"/>
                <a:gd name="connsiteX7" fmla="*/ 0 w 3084349"/>
                <a:gd name="connsiteY7" fmla="*/ 3992613 h 4362643"/>
                <a:gd name="connsiteX8" fmla="*/ 0 w 3084349"/>
                <a:gd name="connsiteY8" fmla="*/ 2512536 h 4362643"/>
                <a:gd name="connsiteX0" fmla="*/ 0 w 3084349"/>
                <a:gd name="connsiteY0" fmla="*/ 2545678 h 4362643"/>
                <a:gd name="connsiteX1" fmla="*/ 242648 w 3084349"/>
                <a:gd name="connsiteY1" fmla="*/ 2197742 h 4362643"/>
                <a:gd name="connsiteX2" fmla="*/ 2775733 w 3084349"/>
                <a:gd name="connsiteY2" fmla="*/ 50816 h 4362643"/>
                <a:gd name="connsiteX3" fmla="*/ 3084349 w 3084349"/>
                <a:gd name="connsiteY3" fmla="*/ 432276 h 4362643"/>
                <a:gd name="connsiteX4" fmla="*/ 3061489 w 3084349"/>
                <a:gd name="connsiteY4" fmla="*/ 3992613 h 4362643"/>
                <a:gd name="connsiteX5" fmla="*/ 2691459 w 3084349"/>
                <a:gd name="connsiteY5" fmla="*/ 4362643 h 4362643"/>
                <a:gd name="connsiteX6" fmla="*/ 370030 w 3084349"/>
                <a:gd name="connsiteY6" fmla="*/ 4362643 h 4362643"/>
                <a:gd name="connsiteX7" fmla="*/ 0 w 3084349"/>
                <a:gd name="connsiteY7" fmla="*/ 3992613 h 4362643"/>
                <a:gd name="connsiteX8" fmla="*/ 0 w 3084349"/>
                <a:gd name="connsiteY8" fmla="*/ 2545678 h 4362643"/>
                <a:gd name="connsiteX0" fmla="*/ 0 w 3084349"/>
                <a:gd name="connsiteY0" fmla="*/ 3209346 h 5026311"/>
                <a:gd name="connsiteX1" fmla="*/ 242648 w 3084349"/>
                <a:gd name="connsiteY1" fmla="*/ 2861410 h 5026311"/>
                <a:gd name="connsiteX2" fmla="*/ 2740703 w 3084349"/>
                <a:gd name="connsiteY2" fmla="*/ 21538 h 5026311"/>
                <a:gd name="connsiteX3" fmla="*/ 3084349 w 3084349"/>
                <a:gd name="connsiteY3" fmla="*/ 1095944 h 5026311"/>
                <a:gd name="connsiteX4" fmla="*/ 3061489 w 3084349"/>
                <a:gd name="connsiteY4" fmla="*/ 4656281 h 5026311"/>
                <a:gd name="connsiteX5" fmla="*/ 2691459 w 3084349"/>
                <a:gd name="connsiteY5" fmla="*/ 5026311 h 5026311"/>
                <a:gd name="connsiteX6" fmla="*/ 370030 w 3084349"/>
                <a:gd name="connsiteY6" fmla="*/ 5026311 h 5026311"/>
                <a:gd name="connsiteX7" fmla="*/ 0 w 3084349"/>
                <a:gd name="connsiteY7" fmla="*/ 4656281 h 5026311"/>
                <a:gd name="connsiteX8" fmla="*/ 0 w 3084349"/>
                <a:gd name="connsiteY8" fmla="*/ 3209346 h 5026311"/>
                <a:gd name="connsiteX0" fmla="*/ 3185 w 3084349"/>
                <a:gd name="connsiteY0" fmla="*/ 3469852 h 5026311"/>
                <a:gd name="connsiteX1" fmla="*/ 242648 w 3084349"/>
                <a:gd name="connsiteY1" fmla="*/ 2861410 h 5026311"/>
                <a:gd name="connsiteX2" fmla="*/ 2740703 w 3084349"/>
                <a:gd name="connsiteY2" fmla="*/ 21538 h 5026311"/>
                <a:gd name="connsiteX3" fmla="*/ 3084349 w 3084349"/>
                <a:gd name="connsiteY3" fmla="*/ 1095944 h 5026311"/>
                <a:gd name="connsiteX4" fmla="*/ 3061489 w 3084349"/>
                <a:gd name="connsiteY4" fmla="*/ 4656281 h 5026311"/>
                <a:gd name="connsiteX5" fmla="*/ 2691459 w 3084349"/>
                <a:gd name="connsiteY5" fmla="*/ 5026311 h 5026311"/>
                <a:gd name="connsiteX6" fmla="*/ 370030 w 3084349"/>
                <a:gd name="connsiteY6" fmla="*/ 5026311 h 5026311"/>
                <a:gd name="connsiteX7" fmla="*/ 0 w 3084349"/>
                <a:gd name="connsiteY7" fmla="*/ 4656281 h 5026311"/>
                <a:gd name="connsiteX8" fmla="*/ 3185 w 3084349"/>
                <a:gd name="connsiteY8" fmla="*/ 3469852 h 5026311"/>
                <a:gd name="connsiteX0" fmla="*/ 3185 w 3084349"/>
                <a:gd name="connsiteY0" fmla="*/ 3469852 h 5026311"/>
                <a:gd name="connsiteX1" fmla="*/ 255387 w 3084349"/>
                <a:gd name="connsiteY1" fmla="*/ 2960402 h 5026311"/>
                <a:gd name="connsiteX2" fmla="*/ 2740703 w 3084349"/>
                <a:gd name="connsiteY2" fmla="*/ 21538 h 5026311"/>
                <a:gd name="connsiteX3" fmla="*/ 3084349 w 3084349"/>
                <a:gd name="connsiteY3" fmla="*/ 1095944 h 5026311"/>
                <a:gd name="connsiteX4" fmla="*/ 3061489 w 3084349"/>
                <a:gd name="connsiteY4" fmla="*/ 4656281 h 5026311"/>
                <a:gd name="connsiteX5" fmla="*/ 2691459 w 3084349"/>
                <a:gd name="connsiteY5" fmla="*/ 5026311 h 5026311"/>
                <a:gd name="connsiteX6" fmla="*/ 370030 w 3084349"/>
                <a:gd name="connsiteY6" fmla="*/ 5026311 h 5026311"/>
                <a:gd name="connsiteX7" fmla="*/ 0 w 3084349"/>
                <a:gd name="connsiteY7" fmla="*/ 4656281 h 5026311"/>
                <a:gd name="connsiteX8" fmla="*/ 3185 w 3084349"/>
                <a:gd name="connsiteY8" fmla="*/ 3469852 h 5026311"/>
                <a:gd name="connsiteX0" fmla="*/ 306 w 3084654"/>
                <a:gd name="connsiteY0" fmla="*/ 3579264 h 5026311"/>
                <a:gd name="connsiteX1" fmla="*/ 255692 w 3084654"/>
                <a:gd name="connsiteY1" fmla="*/ 2960402 h 5026311"/>
                <a:gd name="connsiteX2" fmla="*/ 2741008 w 3084654"/>
                <a:gd name="connsiteY2" fmla="*/ 21538 h 5026311"/>
                <a:gd name="connsiteX3" fmla="*/ 3084654 w 3084654"/>
                <a:gd name="connsiteY3" fmla="*/ 1095944 h 5026311"/>
                <a:gd name="connsiteX4" fmla="*/ 3061794 w 3084654"/>
                <a:gd name="connsiteY4" fmla="*/ 4656281 h 5026311"/>
                <a:gd name="connsiteX5" fmla="*/ 2691764 w 3084654"/>
                <a:gd name="connsiteY5" fmla="*/ 5026311 h 5026311"/>
                <a:gd name="connsiteX6" fmla="*/ 370335 w 3084654"/>
                <a:gd name="connsiteY6" fmla="*/ 5026311 h 5026311"/>
                <a:gd name="connsiteX7" fmla="*/ 305 w 3084654"/>
                <a:gd name="connsiteY7" fmla="*/ 4656281 h 5026311"/>
                <a:gd name="connsiteX8" fmla="*/ 306 w 3084654"/>
                <a:gd name="connsiteY8" fmla="*/ 3579264 h 5026311"/>
                <a:gd name="connsiteX0" fmla="*/ 306 w 3084654"/>
                <a:gd name="connsiteY0" fmla="*/ 3254162 h 4701209"/>
                <a:gd name="connsiteX1" fmla="*/ 255692 w 3084654"/>
                <a:gd name="connsiteY1" fmla="*/ 2635300 h 4701209"/>
                <a:gd name="connsiteX2" fmla="*/ 2217954 w 3084654"/>
                <a:gd name="connsiteY2" fmla="*/ 29883 h 4701209"/>
                <a:gd name="connsiteX3" fmla="*/ 3084654 w 3084654"/>
                <a:gd name="connsiteY3" fmla="*/ 770842 h 4701209"/>
                <a:gd name="connsiteX4" fmla="*/ 3061794 w 3084654"/>
                <a:gd name="connsiteY4" fmla="*/ 4331179 h 4701209"/>
                <a:gd name="connsiteX5" fmla="*/ 2691764 w 3084654"/>
                <a:gd name="connsiteY5" fmla="*/ 4701209 h 4701209"/>
                <a:gd name="connsiteX6" fmla="*/ 370335 w 3084654"/>
                <a:gd name="connsiteY6" fmla="*/ 4701209 h 4701209"/>
                <a:gd name="connsiteX7" fmla="*/ 305 w 3084654"/>
                <a:gd name="connsiteY7" fmla="*/ 4331179 h 4701209"/>
                <a:gd name="connsiteX8" fmla="*/ 306 w 3084654"/>
                <a:gd name="connsiteY8" fmla="*/ 3254162 h 4701209"/>
                <a:gd name="connsiteX0" fmla="*/ 306 w 3084654"/>
                <a:gd name="connsiteY0" fmla="*/ 3421278 h 4868325"/>
                <a:gd name="connsiteX1" fmla="*/ 255692 w 3084654"/>
                <a:gd name="connsiteY1" fmla="*/ 2802416 h 4868325"/>
                <a:gd name="connsiteX2" fmla="*/ 2217954 w 3084654"/>
                <a:gd name="connsiteY2" fmla="*/ 196999 h 4868325"/>
                <a:gd name="connsiteX3" fmla="*/ 2547710 w 3084654"/>
                <a:gd name="connsiteY3" fmla="*/ 267790 h 4868325"/>
                <a:gd name="connsiteX4" fmla="*/ 3084654 w 3084654"/>
                <a:gd name="connsiteY4" fmla="*/ 937958 h 4868325"/>
                <a:gd name="connsiteX5" fmla="*/ 3061794 w 3084654"/>
                <a:gd name="connsiteY5" fmla="*/ 4498295 h 4868325"/>
                <a:gd name="connsiteX6" fmla="*/ 2691764 w 3084654"/>
                <a:gd name="connsiteY6" fmla="*/ 4868325 h 4868325"/>
                <a:gd name="connsiteX7" fmla="*/ 370335 w 3084654"/>
                <a:gd name="connsiteY7" fmla="*/ 4868325 h 4868325"/>
                <a:gd name="connsiteX8" fmla="*/ 305 w 3084654"/>
                <a:gd name="connsiteY8" fmla="*/ 4498295 h 4868325"/>
                <a:gd name="connsiteX9" fmla="*/ 306 w 3084654"/>
                <a:gd name="connsiteY9" fmla="*/ 3421278 h 4868325"/>
                <a:gd name="connsiteX0" fmla="*/ 306 w 3084654"/>
                <a:gd name="connsiteY0" fmla="*/ 3556046 h 5003093"/>
                <a:gd name="connsiteX1" fmla="*/ 255692 w 3084654"/>
                <a:gd name="connsiteY1" fmla="*/ 2937184 h 5003093"/>
                <a:gd name="connsiteX2" fmla="*/ 2217954 w 3084654"/>
                <a:gd name="connsiteY2" fmla="*/ 331767 h 5003093"/>
                <a:gd name="connsiteX3" fmla="*/ 2610591 w 3084654"/>
                <a:gd name="connsiteY3" fmla="*/ 89951 h 5003093"/>
                <a:gd name="connsiteX4" fmla="*/ 3084654 w 3084654"/>
                <a:gd name="connsiteY4" fmla="*/ 1072726 h 5003093"/>
                <a:gd name="connsiteX5" fmla="*/ 3061794 w 3084654"/>
                <a:gd name="connsiteY5" fmla="*/ 4633063 h 5003093"/>
                <a:gd name="connsiteX6" fmla="*/ 2691764 w 3084654"/>
                <a:gd name="connsiteY6" fmla="*/ 5003093 h 5003093"/>
                <a:gd name="connsiteX7" fmla="*/ 370335 w 3084654"/>
                <a:gd name="connsiteY7" fmla="*/ 5003093 h 5003093"/>
                <a:gd name="connsiteX8" fmla="*/ 305 w 3084654"/>
                <a:gd name="connsiteY8" fmla="*/ 4633063 h 5003093"/>
                <a:gd name="connsiteX9" fmla="*/ 306 w 3084654"/>
                <a:gd name="connsiteY9" fmla="*/ 3556046 h 5003093"/>
                <a:gd name="connsiteX0" fmla="*/ 306 w 3084654"/>
                <a:gd name="connsiteY0" fmla="*/ 3556046 h 5003093"/>
                <a:gd name="connsiteX1" fmla="*/ 255692 w 3084654"/>
                <a:gd name="connsiteY1" fmla="*/ 2937184 h 5003093"/>
                <a:gd name="connsiteX2" fmla="*/ 2217954 w 3084654"/>
                <a:gd name="connsiteY2" fmla="*/ 331767 h 5003093"/>
                <a:gd name="connsiteX3" fmla="*/ 2610591 w 3084654"/>
                <a:gd name="connsiteY3" fmla="*/ 89951 h 5003093"/>
                <a:gd name="connsiteX4" fmla="*/ 3022175 w 3084654"/>
                <a:gd name="connsiteY4" fmla="*/ 704747 h 5003093"/>
                <a:gd name="connsiteX5" fmla="*/ 3084654 w 3084654"/>
                <a:gd name="connsiteY5" fmla="*/ 1072726 h 5003093"/>
                <a:gd name="connsiteX6" fmla="*/ 3061794 w 3084654"/>
                <a:gd name="connsiteY6" fmla="*/ 4633063 h 5003093"/>
                <a:gd name="connsiteX7" fmla="*/ 2691764 w 3084654"/>
                <a:gd name="connsiteY7" fmla="*/ 5003093 h 5003093"/>
                <a:gd name="connsiteX8" fmla="*/ 370335 w 3084654"/>
                <a:gd name="connsiteY8" fmla="*/ 5003093 h 5003093"/>
                <a:gd name="connsiteX9" fmla="*/ 305 w 3084654"/>
                <a:gd name="connsiteY9" fmla="*/ 4633063 h 5003093"/>
                <a:gd name="connsiteX10" fmla="*/ 306 w 3084654"/>
                <a:gd name="connsiteY10" fmla="*/ 3556046 h 5003093"/>
                <a:gd name="connsiteX0" fmla="*/ 306 w 3084654"/>
                <a:gd name="connsiteY0" fmla="*/ 3505636 h 4952683"/>
                <a:gd name="connsiteX1" fmla="*/ 255692 w 3084654"/>
                <a:gd name="connsiteY1" fmla="*/ 2886774 h 4952683"/>
                <a:gd name="connsiteX2" fmla="*/ 2217954 w 3084654"/>
                <a:gd name="connsiteY2" fmla="*/ 281357 h 4952683"/>
                <a:gd name="connsiteX3" fmla="*/ 2493404 w 3084654"/>
                <a:gd name="connsiteY3" fmla="*/ 128112 h 4952683"/>
                <a:gd name="connsiteX4" fmla="*/ 3022175 w 3084654"/>
                <a:gd name="connsiteY4" fmla="*/ 654337 h 4952683"/>
                <a:gd name="connsiteX5" fmla="*/ 3084654 w 3084654"/>
                <a:gd name="connsiteY5" fmla="*/ 1022316 h 4952683"/>
                <a:gd name="connsiteX6" fmla="*/ 3061794 w 3084654"/>
                <a:gd name="connsiteY6" fmla="*/ 4582653 h 4952683"/>
                <a:gd name="connsiteX7" fmla="*/ 2691764 w 3084654"/>
                <a:gd name="connsiteY7" fmla="*/ 4952683 h 4952683"/>
                <a:gd name="connsiteX8" fmla="*/ 370335 w 3084654"/>
                <a:gd name="connsiteY8" fmla="*/ 4952683 h 4952683"/>
                <a:gd name="connsiteX9" fmla="*/ 305 w 3084654"/>
                <a:gd name="connsiteY9" fmla="*/ 4582653 h 4952683"/>
                <a:gd name="connsiteX10" fmla="*/ 306 w 3084654"/>
                <a:gd name="connsiteY10" fmla="*/ 3505636 h 4952683"/>
                <a:gd name="connsiteX0" fmla="*/ 306 w 3084654"/>
                <a:gd name="connsiteY0" fmla="*/ 3463239 h 4910286"/>
                <a:gd name="connsiteX1" fmla="*/ 255692 w 3084654"/>
                <a:gd name="connsiteY1" fmla="*/ 2844377 h 4910286"/>
                <a:gd name="connsiteX2" fmla="*/ 2217954 w 3084654"/>
                <a:gd name="connsiteY2" fmla="*/ 238960 h 4910286"/>
                <a:gd name="connsiteX3" fmla="*/ 2493404 w 3084654"/>
                <a:gd name="connsiteY3" fmla="*/ 85715 h 4910286"/>
                <a:gd name="connsiteX4" fmla="*/ 3022175 w 3084654"/>
                <a:gd name="connsiteY4" fmla="*/ 611940 h 4910286"/>
                <a:gd name="connsiteX5" fmla="*/ 3084654 w 3084654"/>
                <a:gd name="connsiteY5" fmla="*/ 979919 h 4910286"/>
                <a:gd name="connsiteX6" fmla="*/ 3061794 w 3084654"/>
                <a:gd name="connsiteY6" fmla="*/ 4540256 h 4910286"/>
                <a:gd name="connsiteX7" fmla="*/ 2691764 w 3084654"/>
                <a:gd name="connsiteY7" fmla="*/ 4910286 h 4910286"/>
                <a:gd name="connsiteX8" fmla="*/ 370335 w 3084654"/>
                <a:gd name="connsiteY8" fmla="*/ 4910286 h 4910286"/>
                <a:gd name="connsiteX9" fmla="*/ 305 w 3084654"/>
                <a:gd name="connsiteY9" fmla="*/ 4540256 h 4910286"/>
                <a:gd name="connsiteX10" fmla="*/ 306 w 3084654"/>
                <a:gd name="connsiteY10" fmla="*/ 3463239 h 4910286"/>
                <a:gd name="connsiteX0" fmla="*/ 306 w 3084654"/>
                <a:gd name="connsiteY0" fmla="*/ 3377689 h 4824736"/>
                <a:gd name="connsiteX1" fmla="*/ 255692 w 3084654"/>
                <a:gd name="connsiteY1" fmla="*/ 2758827 h 4824736"/>
                <a:gd name="connsiteX2" fmla="*/ 2217954 w 3084654"/>
                <a:gd name="connsiteY2" fmla="*/ 153410 h 4824736"/>
                <a:gd name="connsiteX3" fmla="*/ 2493404 w 3084654"/>
                <a:gd name="connsiteY3" fmla="*/ 165 h 4824736"/>
                <a:gd name="connsiteX4" fmla="*/ 3022175 w 3084654"/>
                <a:gd name="connsiteY4" fmla="*/ 526390 h 4824736"/>
                <a:gd name="connsiteX5" fmla="*/ 3084654 w 3084654"/>
                <a:gd name="connsiteY5" fmla="*/ 894369 h 4824736"/>
                <a:gd name="connsiteX6" fmla="*/ 3061794 w 3084654"/>
                <a:gd name="connsiteY6" fmla="*/ 4454706 h 4824736"/>
                <a:gd name="connsiteX7" fmla="*/ 2691764 w 3084654"/>
                <a:gd name="connsiteY7" fmla="*/ 4824736 h 4824736"/>
                <a:gd name="connsiteX8" fmla="*/ 370335 w 3084654"/>
                <a:gd name="connsiteY8" fmla="*/ 4824736 h 4824736"/>
                <a:gd name="connsiteX9" fmla="*/ 305 w 3084654"/>
                <a:gd name="connsiteY9" fmla="*/ 4454706 h 4824736"/>
                <a:gd name="connsiteX10" fmla="*/ 306 w 3084654"/>
                <a:gd name="connsiteY10" fmla="*/ 3377689 h 4824736"/>
                <a:gd name="connsiteX0" fmla="*/ 306 w 3084654"/>
                <a:gd name="connsiteY0" fmla="*/ 3390464 h 4837511"/>
                <a:gd name="connsiteX1" fmla="*/ 255692 w 3084654"/>
                <a:gd name="connsiteY1" fmla="*/ 2771602 h 4837511"/>
                <a:gd name="connsiteX2" fmla="*/ 2217954 w 3084654"/>
                <a:gd name="connsiteY2" fmla="*/ 166185 h 4837511"/>
                <a:gd name="connsiteX3" fmla="*/ 2493404 w 3084654"/>
                <a:gd name="connsiteY3" fmla="*/ 12940 h 4837511"/>
                <a:gd name="connsiteX4" fmla="*/ 3015030 w 3084654"/>
                <a:gd name="connsiteY4" fmla="*/ 75465 h 4837511"/>
                <a:gd name="connsiteX5" fmla="*/ 3084654 w 3084654"/>
                <a:gd name="connsiteY5" fmla="*/ 907144 h 4837511"/>
                <a:gd name="connsiteX6" fmla="*/ 3061794 w 3084654"/>
                <a:gd name="connsiteY6" fmla="*/ 4467481 h 4837511"/>
                <a:gd name="connsiteX7" fmla="*/ 2691764 w 3084654"/>
                <a:gd name="connsiteY7" fmla="*/ 4837511 h 4837511"/>
                <a:gd name="connsiteX8" fmla="*/ 370335 w 3084654"/>
                <a:gd name="connsiteY8" fmla="*/ 4837511 h 4837511"/>
                <a:gd name="connsiteX9" fmla="*/ 305 w 3084654"/>
                <a:gd name="connsiteY9" fmla="*/ 4467481 h 4837511"/>
                <a:gd name="connsiteX10" fmla="*/ 306 w 3084654"/>
                <a:gd name="connsiteY10" fmla="*/ 3390464 h 4837511"/>
                <a:gd name="connsiteX0" fmla="*/ 306 w 3084654"/>
                <a:gd name="connsiteY0" fmla="*/ 3377689 h 4824736"/>
                <a:gd name="connsiteX1" fmla="*/ 255692 w 3084654"/>
                <a:gd name="connsiteY1" fmla="*/ 2758827 h 4824736"/>
                <a:gd name="connsiteX2" fmla="*/ 2217954 w 3084654"/>
                <a:gd name="connsiteY2" fmla="*/ 153410 h 4824736"/>
                <a:gd name="connsiteX3" fmla="*/ 2493404 w 3084654"/>
                <a:gd name="connsiteY3" fmla="*/ 165 h 4824736"/>
                <a:gd name="connsiteX4" fmla="*/ 3015030 w 3084654"/>
                <a:gd name="connsiteY4" fmla="*/ 62690 h 4824736"/>
                <a:gd name="connsiteX5" fmla="*/ 3084654 w 3084654"/>
                <a:gd name="connsiteY5" fmla="*/ 894369 h 4824736"/>
                <a:gd name="connsiteX6" fmla="*/ 3061794 w 3084654"/>
                <a:gd name="connsiteY6" fmla="*/ 4454706 h 4824736"/>
                <a:gd name="connsiteX7" fmla="*/ 2691764 w 3084654"/>
                <a:gd name="connsiteY7" fmla="*/ 4824736 h 4824736"/>
                <a:gd name="connsiteX8" fmla="*/ 370335 w 3084654"/>
                <a:gd name="connsiteY8" fmla="*/ 4824736 h 4824736"/>
                <a:gd name="connsiteX9" fmla="*/ 305 w 3084654"/>
                <a:gd name="connsiteY9" fmla="*/ 4454706 h 4824736"/>
                <a:gd name="connsiteX10" fmla="*/ 306 w 3084654"/>
                <a:gd name="connsiteY10" fmla="*/ 3377689 h 4824736"/>
                <a:gd name="connsiteX0" fmla="*/ 306 w 3084654"/>
                <a:gd name="connsiteY0" fmla="*/ 3380126 h 4827173"/>
                <a:gd name="connsiteX1" fmla="*/ 255692 w 3084654"/>
                <a:gd name="connsiteY1" fmla="*/ 2761264 h 4827173"/>
                <a:gd name="connsiteX2" fmla="*/ 2217954 w 3084654"/>
                <a:gd name="connsiteY2" fmla="*/ 155847 h 4827173"/>
                <a:gd name="connsiteX3" fmla="*/ 2493404 w 3084654"/>
                <a:gd name="connsiteY3" fmla="*/ 2602 h 4827173"/>
                <a:gd name="connsiteX4" fmla="*/ 2946432 w 3084654"/>
                <a:gd name="connsiteY4" fmla="*/ 0 h 4827173"/>
                <a:gd name="connsiteX5" fmla="*/ 3084654 w 3084654"/>
                <a:gd name="connsiteY5" fmla="*/ 896806 h 4827173"/>
                <a:gd name="connsiteX6" fmla="*/ 3061794 w 3084654"/>
                <a:gd name="connsiteY6" fmla="*/ 4457143 h 4827173"/>
                <a:gd name="connsiteX7" fmla="*/ 2691764 w 3084654"/>
                <a:gd name="connsiteY7" fmla="*/ 4827173 h 4827173"/>
                <a:gd name="connsiteX8" fmla="*/ 370335 w 3084654"/>
                <a:gd name="connsiteY8" fmla="*/ 4827173 h 4827173"/>
                <a:gd name="connsiteX9" fmla="*/ 305 w 3084654"/>
                <a:gd name="connsiteY9" fmla="*/ 4457143 h 4827173"/>
                <a:gd name="connsiteX10" fmla="*/ 306 w 3084654"/>
                <a:gd name="connsiteY10" fmla="*/ 3380126 h 4827173"/>
                <a:gd name="connsiteX0" fmla="*/ 306 w 3081796"/>
                <a:gd name="connsiteY0" fmla="*/ 3494549 h 4941596"/>
                <a:gd name="connsiteX1" fmla="*/ 255692 w 3081796"/>
                <a:gd name="connsiteY1" fmla="*/ 2875687 h 4941596"/>
                <a:gd name="connsiteX2" fmla="*/ 2217954 w 3081796"/>
                <a:gd name="connsiteY2" fmla="*/ 270270 h 4941596"/>
                <a:gd name="connsiteX3" fmla="*/ 2493404 w 3081796"/>
                <a:gd name="connsiteY3" fmla="*/ 117025 h 4941596"/>
                <a:gd name="connsiteX4" fmla="*/ 2946432 w 3081796"/>
                <a:gd name="connsiteY4" fmla="*/ 114423 h 4941596"/>
                <a:gd name="connsiteX5" fmla="*/ 3081796 w 3081796"/>
                <a:gd name="connsiteY5" fmla="*/ 305258 h 4941596"/>
                <a:gd name="connsiteX6" fmla="*/ 3061794 w 3081796"/>
                <a:gd name="connsiteY6" fmla="*/ 4571566 h 4941596"/>
                <a:gd name="connsiteX7" fmla="*/ 2691764 w 3081796"/>
                <a:gd name="connsiteY7" fmla="*/ 4941596 h 4941596"/>
                <a:gd name="connsiteX8" fmla="*/ 370335 w 3081796"/>
                <a:gd name="connsiteY8" fmla="*/ 4941596 h 4941596"/>
                <a:gd name="connsiteX9" fmla="*/ 305 w 3081796"/>
                <a:gd name="connsiteY9" fmla="*/ 4571566 h 4941596"/>
                <a:gd name="connsiteX10" fmla="*/ 306 w 3081796"/>
                <a:gd name="connsiteY10" fmla="*/ 3494549 h 4941596"/>
                <a:gd name="connsiteX0" fmla="*/ 306 w 3081796"/>
                <a:gd name="connsiteY0" fmla="*/ 3380126 h 4827173"/>
                <a:gd name="connsiteX1" fmla="*/ 255692 w 3081796"/>
                <a:gd name="connsiteY1" fmla="*/ 2761264 h 4827173"/>
                <a:gd name="connsiteX2" fmla="*/ 2217954 w 3081796"/>
                <a:gd name="connsiteY2" fmla="*/ 155847 h 4827173"/>
                <a:gd name="connsiteX3" fmla="*/ 2493404 w 3081796"/>
                <a:gd name="connsiteY3" fmla="*/ 2602 h 4827173"/>
                <a:gd name="connsiteX4" fmla="*/ 2946432 w 3081796"/>
                <a:gd name="connsiteY4" fmla="*/ 0 h 4827173"/>
                <a:gd name="connsiteX5" fmla="*/ 3081796 w 3081796"/>
                <a:gd name="connsiteY5" fmla="*/ 190835 h 4827173"/>
                <a:gd name="connsiteX6" fmla="*/ 3061794 w 3081796"/>
                <a:gd name="connsiteY6" fmla="*/ 4457143 h 4827173"/>
                <a:gd name="connsiteX7" fmla="*/ 2691764 w 3081796"/>
                <a:gd name="connsiteY7" fmla="*/ 4827173 h 4827173"/>
                <a:gd name="connsiteX8" fmla="*/ 370335 w 3081796"/>
                <a:gd name="connsiteY8" fmla="*/ 4827173 h 4827173"/>
                <a:gd name="connsiteX9" fmla="*/ 305 w 3081796"/>
                <a:gd name="connsiteY9" fmla="*/ 4457143 h 4827173"/>
                <a:gd name="connsiteX10" fmla="*/ 306 w 3081796"/>
                <a:gd name="connsiteY10" fmla="*/ 3380126 h 4827173"/>
                <a:gd name="connsiteX0" fmla="*/ 306 w 3081796"/>
                <a:gd name="connsiteY0" fmla="*/ 3380126 h 4827173"/>
                <a:gd name="connsiteX1" fmla="*/ 255692 w 3081796"/>
                <a:gd name="connsiteY1" fmla="*/ 2761264 h 4827173"/>
                <a:gd name="connsiteX2" fmla="*/ 2217954 w 3081796"/>
                <a:gd name="connsiteY2" fmla="*/ 155847 h 4827173"/>
                <a:gd name="connsiteX3" fmla="*/ 2493404 w 3081796"/>
                <a:gd name="connsiteY3" fmla="*/ 2602 h 4827173"/>
                <a:gd name="connsiteX4" fmla="*/ 2946432 w 3081796"/>
                <a:gd name="connsiteY4" fmla="*/ 0 h 4827173"/>
                <a:gd name="connsiteX5" fmla="*/ 3081796 w 3081796"/>
                <a:gd name="connsiteY5" fmla="*/ 354954 h 4827173"/>
                <a:gd name="connsiteX6" fmla="*/ 3061794 w 3081796"/>
                <a:gd name="connsiteY6" fmla="*/ 4457143 h 4827173"/>
                <a:gd name="connsiteX7" fmla="*/ 2691764 w 3081796"/>
                <a:gd name="connsiteY7" fmla="*/ 4827173 h 4827173"/>
                <a:gd name="connsiteX8" fmla="*/ 370335 w 3081796"/>
                <a:gd name="connsiteY8" fmla="*/ 4827173 h 4827173"/>
                <a:gd name="connsiteX9" fmla="*/ 305 w 3081796"/>
                <a:gd name="connsiteY9" fmla="*/ 4457143 h 4827173"/>
                <a:gd name="connsiteX10" fmla="*/ 306 w 3081796"/>
                <a:gd name="connsiteY10" fmla="*/ 3380126 h 4827173"/>
                <a:gd name="connsiteX0" fmla="*/ 306 w 3081796"/>
                <a:gd name="connsiteY0" fmla="*/ 3380126 h 4827173"/>
                <a:gd name="connsiteX1" fmla="*/ 255692 w 3081796"/>
                <a:gd name="connsiteY1" fmla="*/ 2761264 h 4827173"/>
                <a:gd name="connsiteX2" fmla="*/ 2217954 w 3081796"/>
                <a:gd name="connsiteY2" fmla="*/ 155847 h 4827173"/>
                <a:gd name="connsiteX3" fmla="*/ 2493404 w 3081796"/>
                <a:gd name="connsiteY3" fmla="*/ 2602 h 4827173"/>
                <a:gd name="connsiteX4" fmla="*/ 2946432 w 3081796"/>
                <a:gd name="connsiteY4" fmla="*/ 0 h 4827173"/>
                <a:gd name="connsiteX5" fmla="*/ 3081796 w 3081796"/>
                <a:gd name="connsiteY5" fmla="*/ 354954 h 4827173"/>
                <a:gd name="connsiteX6" fmla="*/ 3061794 w 3081796"/>
                <a:gd name="connsiteY6" fmla="*/ 4457143 h 4827173"/>
                <a:gd name="connsiteX7" fmla="*/ 2691764 w 3081796"/>
                <a:gd name="connsiteY7" fmla="*/ 4827173 h 4827173"/>
                <a:gd name="connsiteX8" fmla="*/ 370335 w 3081796"/>
                <a:gd name="connsiteY8" fmla="*/ 4827173 h 4827173"/>
                <a:gd name="connsiteX9" fmla="*/ 305 w 3081796"/>
                <a:gd name="connsiteY9" fmla="*/ 4457143 h 4827173"/>
                <a:gd name="connsiteX10" fmla="*/ 306 w 3081796"/>
                <a:gd name="connsiteY10" fmla="*/ 3380126 h 4827173"/>
                <a:gd name="connsiteX0" fmla="*/ 306 w 3081796"/>
                <a:gd name="connsiteY0" fmla="*/ 3380126 h 4827173"/>
                <a:gd name="connsiteX1" fmla="*/ 255692 w 3081796"/>
                <a:gd name="connsiteY1" fmla="*/ 2761264 h 4827173"/>
                <a:gd name="connsiteX2" fmla="*/ 2217954 w 3081796"/>
                <a:gd name="connsiteY2" fmla="*/ 155847 h 4827173"/>
                <a:gd name="connsiteX3" fmla="*/ 2493404 w 3081796"/>
                <a:gd name="connsiteY3" fmla="*/ 2602 h 4827173"/>
                <a:gd name="connsiteX4" fmla="*/ 2933570 w 3081796"/>
                <a:gd name="connsiteY4" fmla="*/ 0 h 4827173"/>
                <a:gd name="connsiteX5" fmla="*/ 3081796 w 3081796"/>
                <a:gd name="connsiteY5" fmla="*/ 354954 h 4827173"/>
                <a:gd name="connsiteX6" fmla="*/ 3061794 w 3081796"/>
                <a:gd name="connsiteY6" fmla="*/ 4457143 h 4827173"/>
                <a:gd name="connsiteX7" fmla="*/ 2691764 w 3081796"/>
                <a:gd name="connsiteY7" fmla="*/ 4827173 h 4827173"/>
                <a:gd name="connsiteX8" fmla="*/ 370335 w 3081796"/>
                <a:gd name="connsiteY8" fmla="*/ 4827173 h 4827173"/>
                <a:gd name="connsiteX9" fmla="*/ 305 w 3081796"/>
                <a:gd name="connsiteY9" fmla="*/ 4457143 h 4827173"/>
                <a:gd name="connsiteX10" fmla="*/ 306 w 3081796"/>
                <a:gd name="connsiteY10" fmla="*/ 3380126 h 4827173"/>
                <a:gd name="connsiteX0" fmla="*/ 306 w 3081796"/>
                <a:gd name="connsiteY0" fmla="*/ 3380126 h 4827173"/>
                <a:gd name="connsiteX1" fmla="*/ 255692 w 3081796"/>
                <a:gd name="connsiteY1" fmla="*/ 2761264 h 4827173"/>
                <a:gd name="connsiteX2" fmla="*/ 2217954 w 3081796"/>
                <a:gd name="connsiteY2" fmla="*/ 155847 h 4827173"/>
                <a:gd name="connsiteX3" fmla="*/ 2493404 w 3081796"/>
                <a:gd name="connsiteY3" fmla="*/ 2602 h 4827173"/>
                <a:gd name="connsiteX4" fmla="*/ 2933570 w 3081796"/>
                <a:gd name="connsiteY4" fmla="*/ 0 h 4827173"/>
                <a:gd name="connsiteX5" fmla="*/ 3081796 w 3081796"/>
                <a:gd name="connsiteY5" fmla="*/ 354954 h 4827173"/>
                <a:gd name="connsiteX6" fmla="*/ 3061794 w 3081796"/>
                <a:gd name="connsiteY6" fmla="*/ 4457143 h 4827173"/>
                <a:gd name="connsiteX7" fmla="*/ 2691764 w 3081796"/>
                <a:gd name="connsiteY7" fmla="*/ 4827173 h 4827173"/>
                <a:gd name="connsiteX8" fmla="*/ 370335 w 3081796"/>
                <a:gd name="connsiteY8" fmla="*/ 4827173 h 4827173"/>
                <a:gd name="connsiteX9" fmla="*/ 305 w 3081796"/>
                <a:gd name="connsiteY9" fmla="*/ 4457143 h 4827173"/>
                <a:gd name="connsiteX10" fmla="*/ 306 w 3081796"/>
                <a:gd name="connsiteY10" fmla="*/ 3380126 h 4827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1796" h="4827173">
                  <a:moveTo>
                    <a:pt x="306" y="3380126"/>
                  </a:moveTo>
                  <a:cubicBezTo>
                    <a:pt x="306" y="3175764"/>
                    <a:pt x="137313" y="2860688"/>
                    <a:pt x="255692" y="2761264"/>
                  </a:cubicBezTo>
                  <a:lnTo>
                    <a:pt x="2217954" y="155847"/>
                  </a:lnTo>
                  <a:cubicBezTo>
                    <a:pt x="2278407" y="56436"/>
                    <a:pt x="2383253" y="-1058"/>
                    <a:pt x="2493404" y="2602"/>
                  </a:cubicBezTo>
                  <a:lnTo>
                    <a:pt x="2933570" y="0"/>
                  </a:lnTo>
                  <a:cubicBezTo>
                    <a:pt x="3011150" y="2282"/>
                    <a:pt x="3079480" y="210827"/>
                    <a:pt x="3081796" y="354954"/>
                  </a:cubicBezTo>
                  <a:cubicBezTo>
                    <a:pt x="3075129" y="1777057"/>
                    <a:pt x="3068461" y="3035040"/>
                    <a:pt x="3061794" y="4457143"/>
                  </a:cubicBezTo>
                  <a:cubicBezTo>
                    <a:pt x="3061794" y="4661505"/>
                    <a:pt x="2896126" y="4827173"/>
                    <a:pt x="2691764" y="4827173"/>
                  </a:cubicBezTo>
                  <a:lnTo>
                    <a:pt x="370335" y="4827173"/>
                  </a:lnTo>
                  <a:cubicBezTo>
                    <a:pt x="165973" y="4827173"/>
                    <a:pt x="305" y="4661505"/>
                    <a:pt x="305" y="4457143"/>
                  </a:cubicBezTo>
                  <a:cubicBezTo>
                    <a:pt x="1367" y="4061667"/>
                    <a:pt x="-756" y="3775602"/>
                    <a:pt x="306" y="3380126"/>
                  </a:cubicBezTo>
                  <a:close/>
                </a:path>
              </a:pathLst>
            </a:custGeom>
            <a:solidFill>
              <a:srgbClr val="84E291">
                <a:alpha val="25098"/>
              </a:srgb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area 5">
              <a:extLst>
                <a:ext uri="{FF2B5EF4-FFF2-40B4-BE49-F238E27FC236}">
                  <a16:creationId xmlns:a16="http://schemas.microsoft.com/office/drawing/2014/main" id="{B3780D85-05A0-5A75-27BA-2D96A4815E9E}"/>
                </a:ext>
              </a:extLst>
            </p:cNvPr>
            <p:cNvSpPr/>
            <p:nvPr/>
          </p:nvSpPr>
          <p:spPr>
            <a:xfrm>
              <a:off x="4137972" y="1737306"/>
              <a:ext cx="3061489" cy="1913278"/>
            </a:xfrm>
            <a:prstGeom prst="roundRect">
              <a:avLst/>
            </a:prstGeom>
            <a:solidFill>
              <a:srgbClr val="84E291">
                <a:alpha val="25098"/>
              </a:srgb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area 4">
              <a:extLst>
                <a:ext uri="{FF2B5EF4-FFF2-40B4-BE49-F238E27FC236}">
                  <a16:creationId xmlns:a16="http://schemas.microsoft.com/office/drawing/2014/main" id="{5EFE4AB8-59FD-5734-DC80-9D4354C8D182}"/>
                </a:ext>
              </a:extLst>
            </p:cNvPr>
            <p:cNvSpPr/>
            <p:nvPr/>
          </p:nvSpPr>
          <p:spPr>
            <a:xfrm>
              <a:off x="49659" y="16290"/>
              <a:ext cx="3862181" cy="3630555"/>
            </a:xfrm>
            <a:prstGeom prst="roundRect">
              <a:avLst/>
            </a:prstGeom>
            <a:solidFill>
              <a:srgbClr val="84E291">
                <a:alpha val="25098"/>
              </a:srgb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area 3">
              <a:extLst>
                <a:ext uri="{FF2B5EF4-FFF2-40B4-BE49-F238E27FC236}">
                  <a16:creationId xmlns:a16="http://schemas.microsoft.com/office/drawing/2014/main" id="{69F572AA-95D4-355E-8A91-C54DB99DAE41}"/>
                </a:ext>
              </a:extLst>
            </p:cNvPr>
            <p:cNvSpPr/>
            <p:nvPr/>
          </p:nvSpPr>
          <p:spPr>
            <a:xfrm>
              <a:off x="8270844" y="1652011"/>
              <a:ext cx="3690108" cy="4189221"/>
            </a:xfrm>
            <a:custGeom>
              <a:avLst/>
              <a:gdLst>
                <a:gd name="connsiteX0" fmla="*/ 0 w 3061489"/>
                <a:gd name="connsiteY0" fmla="*/ 370030 h 2220137"/>
                <a:gd name="connsiteX1" fmla="*/ 370030 w 3061489"/>
                <a:gd name="connsiteY1" fmla="*/ 0 h 2220137"/>
                <a:gd name="connsiteX2" fmla="*/ 2691459 w 3061489"/>
                <a:gd name="connsiteY2" fmla="*/ 0 h 2220137"/>
                <a:gd name="connsiteX3" fmla="*/ 3061489 w 3061489"/>
                <a:gd name="connsiteY3" fmla="*/ 370030 h 2220137"/>
                <a:gd name="connsiteX4" fmla="*/ 3061489 w 3061489"/>
                <a:gd name="connsiteY4" fmla="*/ 1850107 h 2220137"/>
                <a:gd name="connsiteX5" fmla="*/ 2691459 w 3061489"/>
                <a:gd name="connsiteY5" fmla="*/ 2220137 h 2220137"/>
                <a:gd name="connsiteX6" fmla="*/ 370030 w 3061489"/>
                <a:gd name="connsiteY6" fmla="*/ 2220137 h 2220137"/>
                <a:gd name="connsiteX7" fmla="*/ 0 w 3061489"/>
                <a:gd name="connsiteY7" fmla="*/ 1850107 h 2220137"/>
                <a:gd name="connsiteX8" fmla="*/ 0 w 3061489"/>
                <a:gd name="connsiteY8" fmla="*/ 370030 h 2220137"/>
                <a:gd name="connsiteX0" fmla="*/ 0 w 3061489"/>
                <a:gd name="connsiteY0" fmla="*/ 2503630 h 4353737"/>
                <a:gd name="connsiteX1" fmla="*/ 370030 w 3061489"/>
                <a:gd name="connsiteY1" fmla="*/ 2133600 h 4353737"/>
                <a:gd name="connsiteX2" fmla="*/ 2836239 w 3061489"/>
                <a:gd name="connsiteY2" fmla="*/ 0 h 4353737"/>
                <a:gd name="connsiteX3" fmla="*/ 3061489 w 3061489"/>
                <a:gd name="connsiteY3" fmla="*/ 2503630 h 4353737"/>
                <a:gd name="connsiteX4" fmla="*/ 3061489 w 3061489"/>
                <a:gd name="connsiteY4" fmla="*/ 3983707 h 4353737"/>
                <a:gd name="connsiteX5" fmla="*/ 2691459 w 3061489"/>
                <a:gd name="connsiteY5" fmla="*/ 4353737 h 4353737"/>
                <a:gd name="connsiteX6" fmla="*/ 370030 w 3061489"/>
                <a:gd name="connsiteY6" fmla="*/ 4353737 h 4353737"/>
                <a:gd name="connsiteX7" fmla="*/ 0 w 3061489"/>
                <a:gd name="connsiteY7" fmla="*/ 3983707 h 4353737"/>
                <a:gd name="connsiteX8" fmla="*/ 0 w 3061489"/>
                <a:gd name="connsiteY8" fmla="*/ 2503630 h 4353737"/>
                <a:gd name="connsiteX0" fmla="*/ 0 w 3084349"/>
                <a:gd name="connsiteY0" fmla="*/ 2503630 h 4353737"/>
                <a:gd name="connsiteX1" fmla="*/ 370030 w 3084349"/>
                <a:gd name="connsiteY1" fmla="*/ 2133600 h 4353737"/>
                <a:gd name="connsiteX2" fmla="*/ 2836239 w 3084349"/>
                <a:gd name="connsiteY2" fmla="*/ 0 h 4353737"/>
                <a:gd name="connsiteX3" fmla="*/ 3084349 w 3084349"/>
                <a:gd name="connsiteY3" fmla="*/ 423370 h 4353737"/>
                <a:gd name="connsiteX4" fmla="*/ 3061489 w 3084349"/>
                <a:gd name="connsiteY4" fmla="*/ 3983707 h 4353737"/>
                <a:gd name="connsiteX5" fmla="*/ 2691459 w 3084349"/>
                <a:gd name="connsiteY5" fmla="*/ 4353737 h 4353737"/>
                <a:gd name="connsiteX6" fmla="*/ 370030 w 3084349"/>
                <a:gd name="connsiteY6" fmla="*/ 4353737 h 4353737"/>
                <a:gd name="connsiteX7" fmla="*/ 0 w 3084349"/>
                <a:gd name="connsiteY7" fmla="*/ 3983707 h 4353737"/>
                <a:gd name="connsiteX8" fmla="*/ 0 w 3084349"/>
                <a:gd name="connsiteY8" fmla="*/ 2503630 h 4353737"/>
                <a:gd name="connsiteX0" fmla="*/ 0 w 3084349"/>
                <a:gd name="connsiteY0" fmla="*/ 2503630 h 4353737"/>
                <a:gd name="connsiteX1" fmla="*/ 370030 w 3084349"/>
                <a:gd name="connsiteY1" fmla="*/ 2133600 h 4353737"/>
                <a:gd name="connsiteX2" fmla="*/ 2836239 w 3084349"/>
                <a:gd name="connsiteY2" fmla="*/ 0 h 4353737"/>
                <a:gd name="connsiteX3" fmla="*/ 3084349 w 3084349"/>
                <a:gd name="connsiteY3" fmla="*/ 423370 h 4353737"/>
                <a:gd name="connsiteX4" fmla="*/ 3061489 w 3084349"/>
                <a:gd name="connsiteY4" fmla="*/ 3983707 h 4353737"/>
                <a:gd name="connsiteX5" fmla="*/ 2691459 w 3084349"/>
                <a:gd name="connsiteY5" fmla="*/ 4353737 h 4353737"/>
                <a:gd name="connsiteX6" fmla="*/ 370030 w 3084349"/>
                <a:gd name="connsiteY6" fmla="*/ 4353737 h 4353737"/>
                <a:gd name="connsiteX7" fmla="*/ 0 w 3084349"/>
                <a:gd name="connsiteY7" fmla="*/ 3983707 h 4353737"/>
                <a:gd name="connsiteX8" fmla="*/ 0 w 3084349"/>
                <a:gd name="connsiteY8" fmla="*/ 2503630 h 4353737"/>
                <a:gd name="connsiteX0" fmla="*/ 0 w 3084349"/>
                <a:gd name="connsiteY0" fmla="*/ 2461720 h 4311827"/>
                <a:gd name="connsiteX1" fmla="*/ 370030 w 3084349"/>
                <a:gd name="connsiteY1" fmla="*/ 2091690 h 4311827"/>
                <a:gd name="connsiteX2" fmla="*/ 2775733 w 3084349"/>
                <a:gd name="connsiteY2" fmla="*/ 0 h 4311827"/>
                <a:gd name="connsiteX3" fmla="*/ 3084349 w 3084349"/>
                <a:gd name="connsiteY3" fmla="*/ 381460 h 4311827"/>
                <a:gd name="connsiteX4" fmla="*/ 3061489 w 3084349"/>
                <a:gd name="connsiteY4" fmla="*/ 3941797 h 4311827"/>
                <a:gd name="connsiteX5" fmla="*/ 2691459 w 3084349"/>
                <a:gd name="connsiteY5" fmla="*/ 4311827 h 4311827"/>
                <a:gd name="connsiteX6" fmla="*/ 370030 w 3084349"/>
                <a:gd name="connsiteY6" fmla="*/ 4311827 h 4311827"/>
                <a:gd name="connsiteX7" fmla="*/ 0 w 3084349"/>
                <a:gd name="connsiteY7" fmla="*/ 3941797 h 4311827"/>
                <a:gd name="connsiteX8" fmla="*/ 0 w 3084349"/>
                <a:gd name="connsiteY8" fmla="*/ 2461720 h 4311827"/>
                <a:gd name="connsiteX0" fmla="*/ 0 w 3084349"/>
                <a:gd name="connsiteY0" fmla="*/ 2488738 h 4338845"/>
                <a:gd name="connsiteX1" fmla="*/ 370030 w 3084349"/>
                <a:gd name="connsiteY1" fmla="*/ 2118708 h 4338845"/>
                <a:gd name="connsiteX2" fmla="*/ 2775733 w 3084349"/>
                <a:gd name="connsiteY2" fmla="*/ 27018 h 4338845"/>
                <a:gd name="connsiteX3" fmla="*/ 3084349 w 3084349"/>
                <a:gd name="connsiteY3" fmla="*/ 408478 h 4338845"/>
                <a:gd name="connsiteX4" fmla="*/ 3061489 w 3084349"/>
                <a:gd name="connsiteY4" fmla="*/ 3968815 h 4338845"/>
                <a:gd name="connsiteX5" fmla="*/ 2691459 w 3084349"/>
                <a:gd name="connsiteY5" fmla="*/ 4338845 h 4338845"/>
                <a:gd name="connsiteX6" fmla="*/ 370030 w 3084349"/>
                <a:gd name="connsiteY6" fmla="*/ 4338845 h 4338845"/>
                <a:gd name="connsiteX7" fmla="*/ 0 w 3084349"/>
                <a:gd name="connsiteY7" fmla="*/ 3968815 h 4338845"/>
                <a:gd name="connsiteX8" fmla="*/ 0 w 3084349"/>
                <a:gd name="connsiteY8" fmla="*/ 2488738 h 4338845"/>
                <a:gd name="connsiteX0" fmla="*/ 0 w 3084349"/>
                <a:gd name="connsiteY0" fmla="*/ 2512536 h 4362643"/>
                <a:gd name="connsiteX1" fmla="*/ 370030 w 3084349"/>
                <a:gd name="connsiteY1" fmla="*/ 2142506 h 4362643"/>
                <a:gd name="connsiteX2" fmla="*/ 2775733 w 3084349"/>
                <a:gd name="connsiteY2" fmla="*/ 50816 h 4362643"/>
                <a:gd name="connsiteX3" fmla="*/ 3084349 w 3084349"/>
                <a:gd name="connsiteY3" fmla="*/ 432276 h 4362643"/>
                <a:gd name="connsiteX4" fmla="*/ 3061489 w 3084349"/>
                <a:gd name="connsiteY4" fmla="*/ 3992613 h 4362643"/>
                <a:gd name="connsiteX5" fmla="*/ 2691459 w 3084349"/>
                <a:gd name="connsiteY5" fmla="*/ 4362643 h 4362643"/>
                <a:gd name="connsiteX6" fmla="*/ 370030 w 3084349"/>
                <a:gd name="connsiteY6" fmla="*/ 4362643 h 4362643"/>
                <a:gd name="connsiteX7" fmla="*/ 0 w 3084349"/>
                <a:gd name="connsiteY7" fmla="*/ 3992613 h 4362643"/>
                <a:gd name="connsiteX8" fmla="*/ 0 w 3084349"/>
                <a:gd name="connsiteY8" fmla="*/ 2512536 h 4362643"/>
                <a:gd name="connsiteX0" fmla="*/ 0 w 3084349"/>
                <a:gd name="connsiteY0" fmla="*/ 2512536 h 4362643"/>
                <a:gd name="connsiteX1" fmla="*/ 242648 w 3084349"/>
                <a:gd name="connsiteY1" fmla="*/ 2197742 h 4362643"/>
                <a:gd name="connsiteX2" fmla="*/ 2775733 w 3084349"/>
                <a:gd name="connsiteY2" fmla="*/ 50816 h 4362643"/>
                <a:gd name="connsiteX3" fmla="*/ 3084349 w 3084349"/>
                <a:gd name="connsiteY3" fmla="*/ 432276 h 4362643"/>
                <a:gd name="connsiteX4" fmla="*/ 3061489 w 3084349"/>
                <a:gd name="connsiteY4" fmla="*/ 3992613 h 4362643"/>
                <a:gd name="connsiteX5" fmla="*/ 2691459 w 3084349"/>
                <a:gd name="connsiteY5" fmla="*/ 4362643 h 4362643"/>
                <a:gd name="connsiteX6" fmla="*/ 370030 w 3084349"/>
                <a:gd name="connsiteY6" fmla="*/ 4362643 h 4362643"/>
                <a:gd name="connsiteX7" fmla="*/ 0 w 3084349"/>
                <a:gd name="connsiteY7" fmla="*/ 3992613 h 4362643"/>
                <a:gd name="connsiteX8" fmla="*/ 0 w 3084349"/>
                <a:gd name="connsiteY8" fmla="*/ 2512536 h 4362643"/>
                <a:gd name="connsiteX0" fmla="*/ 0 w 3084349"/>
                <a:gd name="connsiteY0" fmla="*/ 2512536 h 4362643"/>
                <a:gd name="connsiteX1" fmla="*/ 242648 w 3084349"/>
                <a:gd name="connsiteY1" fmla="*/ 2197742 h 4362643"/>
                <a:gd name="connsiteX2" fmla="*/ 2775733 w 3084349"/>
                <a:gd name="connsiteY2" fmla="*/ 50816 h 4362643"/>
                <a:gd name="connsiteX3" fmla="*/ 3084349 w 3084349"/>
                <a:gd name="connsiteY3" fmla="*/ 432276 h 4362643"/>
                <a:gd name="connsiteX4" fmla="*/ 3061489 w 3084349"/>
                <a:gd name="connsiteY4" fmla="*/ 3992613 h 4362643"/>
                <a:gd name="connsiteX5" fmla="*/ 2691459 w 3084349"/>
                <a:gd name="connsiteY5" fmla="*/ 4362643 h 4362643"/>
                <a:gd name="connsiteX6" fmla="*/ 370030 w 3084349"/>
                <a:gd name="connsiteY6" fmla="*/ 4362643 h 4362643"/>
                <a:gd name="connsiteX7" fmla="*/ 0 w 3084349"/>
                <a:gd name="connsiteY7" fmla="*/ 3992613 h 4362643"/>
                <a:gd name="connsiteX8" fmla="*/ 0 w 3084349"/>
                <a:gd name="connsiteY8" fmla="*/ 2512536 h 4362643"/>
                <a:gd name="connsiteX0" fmla="*/ 0 w 3084349"/>
                <a:gd name="connsiteY0" fmla="*/ 2545678 h 4362643"/>
                <a:gd name="connsiteX1" fmla="*/ 242648 w 3084349"/>
                <a:gd name="connsiteY1" fmla="*/ 2197742 h 4362643"/>
                <a:gd name="connsiteX2" fmla="*/ 2775733 w 3084349"/>
                <a:gd name="connsiteY2" fmla="*/ 50816 h 4362643"/>
                <a:gd name="connsiteX3" fmla="*/ 3084349 w 3084349"/>
                <a:gd name="connsiteY3" fmla="*/ 432276 h 4362643"/>
                <a:gd name="connsiteX4" fmla="*/ 3061489 w 3084349"/>
                <a:gd name="connsiteY4" fmla="*/ 3992613 h 4362643"/>
                <a:gd name="connsiteX5" fmla="*/ 2691459 w 3084349"/>
                <a:gd name="connsiteY5" fmla="*/ 4362643 h 4362643"/>
                <a:gd name="connsiteX6" fmla="*/ 370030 w 3084349"/>
                <a:gd name="connsiteY6" fmla="*/ 4362643 h 4362643"/>
                <a:gd name="connsiteX7" fmla="*/ 0 w 3084349"/>
                <a:gd name="connsiteY7" fmla="*/ 3992613 h 4362643"/>
                <a:gd name="connsiteX8" fmla="*/ 0 w 3084349"/>
                <a:gd name="connsiteY8" fmla="*/ 2545678 h 4362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84349" h="4362643">
                  <a:moveTo>
                    <a:pt x="0" y="2545678"/>
                  </a:moveTo>
                  <a:cubicBezTo>
                    <a:pt x="0" y="2341316"/>
                    <a:pt x="124269" y="2297166"/>
                    <a:pt x="242648" y="2197742"/>
                  </a:cubicBezTo>
                  <a:lnTo>
                    <a:pt x="2775733" y="50816"/>
                  </a:lnTo>
                  <a:cubicBezTo>
                    <a:pt x="2973726" y="-133577"/>
                    <a:pt x="3084349" y="227914"/>
                    <a:pt x="3084349" y="432276"/>
                  </a:cubicBezTo>
                  <a:lnTo>
                    <a:pt x="3061489" y="3992613"/>
                  </a:lnTo>
                  <a:cubicBezTo>
                    <a:pt x="3061489" y="4196975"/>
                    <a:pt x="2895821" y="4362643"/>
                    <a:pt x="2691459" y="4362643"/>
                  </a:cubicBezTo>
                  <a:lnTo>
                    <a:pt x="370030" y="4362643"/>
                  </a:lnTo>
                  <a:cubicBezTo>
                    <a:pt x="165668" y="4362643"/>
                    <a:pt x="0" y="4196975"/>
                    <a:pt x="0" y="3992613"/>
                  </a:cubicBezTo>
                  <a:lnTo>
                    <a:pt x="0" y="2545678"/>
                  </a:lnTo>
                  <a:close/>
                </a:path>
              </a:pathLst>
            </a:custGeom>
            <a:solidFill>
              <a:srgbClr val="84E291">
                <a:alpha val="25098"/>
              </a:srgb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area 2">
              <a:extLst>
                <a:ext uri="{FF2B5EF4-FFF2-40B4-BE49-F238E27FC236}">
                  <a16:creationId xmlns:a16="http://schemas.microsoft.com/office/drawing/2014/main" id="{6A18B36C-60A3-C963-6A66-199BA95495F7}"/>
                </a:ext>
              </a:extLst>
            </p:cNvPr>
            <p:cNvSpPr/>
            <p:nvPr/>
          </p:nvSpPr>
          <p:spPr>
            <a:xfrm>
              <a:off x="3980112" y="3979309"/>
              <a:ext cx="2726586" cy="1960680"/>
            </a:xfrm>
            <a:prstGeom prst="roundRect">
              <a:avLst/>
            </a:prstGeom>
            <a:solidFill>
              <a:srgbClr val="84E291">
                <a:alpha val="25098"/>
              </a:srgb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area 1">
              <a:extLst>
                <a:ext uri="{FF2B5EF4-FFF2-40B4-BE49-F238E27FC236}">
                  <a16:creationId xmlns:a16="http://schemas.microsoft.com/office/drawing/2014/main" id="{17F315ED-0F2D-B75A-0FFD-53FE50A8BAD5}"/>
                </a:ext>
              </a:extLst>
            </p:cNvPr>
            <p:cNvSpPr/>
            <p:nvPr/>
          </p:nvSpPr>
          <p:spPr>
            <a:xfrm>
              <a:off x="231048" y="3962481"/>
              <a:ext cx="3404560" cy="1975901"/>
            </a:xfrm>
            <a:prstGeom prst="roundRect">
              <a:avLst/>
            </a:prstGeom>
            <a:solidFill>
              <a:srgbClr val="84E291">
                <a:alpha val="25098"/>
              </a:srgb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BDE993F9-AA20-22D3-1354-0971BA3A9035}"/>
                </a:ext>
              </a:extLst>
            </p:cNvPr>
            <p:cNvSpPr txBox="1"/>
            <p:nvPr/>
          </p:nvSpPr>
          <p:spPr>
            <a:xfrm>
              <a:off x="376344" y="3917030"/>
              <a:ext cx="706814" cy="8981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 anchorCtr="0">
              <a:noAutofit/>
            </a:bodyPr>
            <a:lstStyle/>
            <a:p>
              <a:r>
                <a:rPr lang="en-US" sz="4800" b="1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1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2CD7B426-AE0C-7281-5334-BAB6CF0697A8}"/>
                </a:ext>
              </a:extLst>
            </p:cNvPr>
            <p:cNvSpPr txBox="1"/>
            <p:nvPr/>
          </p:nvSpPr>
          <p:spPr>
            <a:xfrm>
              <a:off x="4013406" y="3921867"/>
              <a:ext cx="706814" cy="8981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 anchorCtr="0">
              <a:noAutofit/>
            </a:bodyPr>
            <a:lstStyle/>
            <a:p>
              <a:r>
                <a:rPr lang="en-US" sz="4800" b="1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2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5F994A4-67CB-A640-559F-9BFED216F88C}"/>
                </a:ext>
              </a:extLst>
            </p:cNvPr>
            <p:cNvSpPr txBox="1"/>
            <p:nvPr/>
          </p:nvSpPr>
          <p:spPr>
            <a:xfrm>
              <a:off x="9474018" y="3030098"/>
              <a:ext cx="706814" cy="8981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 anchorCtr="0">
              <a:noAutofit/>
            </a:bodyPr>
            <a:lstStyle/>
            <a:p>
              <a:r>
                <a:rPr lang="en-US" sz="4800" b="1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3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23050E1F-BED7-CD4C-68E1-62BA7F1B8483}"/>
                </a:ext>
              </a:extLst>
            </p:cNvPr>
            <p:cNvSpPr txBox="1"/>
            <p:nvPr/>
          </p:nvSpPr>
          <p:spPr>
            <a:xfrm>
              <a:off x="148335" y="853770"/>
              <a:ext cx="706814" cy="8981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 anchorCtr="0">
              <a:noAutofit/>
            </a:bodyPr>
            <a:lstStyle/>
            <a:p>
              <a:r>
                <a:rPr lang="en-US" sz="4800" b="1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4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0AEC3312-364A-3777-CB5A-8B1B8D1DECDE}"/>
                </a:ext>
              </a:extLst>
            </p:cNvPr>
            <p:cNvSpPr txBox="1"/>
            <p:nvPr/>
          </p:nvSpPr>
          <p:spPr>
            <a:xfrm>
              <a:off x="5550934" y="1824770"/>
              <a:ext cx="706814" cy="8981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 anchorCtr="0">
              <a:noAutofit/>
            </a:bodyPr>
            <a:lstStyle/>
            <a:p>
              <a:r>
                <a:rPr lang="en-US" sz="4800" b="1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5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9B38E26D-DE3D-8B96-09A2-149258833015}"/>
                </a:ext>
              </a:extLst>
            </p:cNvPr>
            <p:cNvSpPr txBox="1"/>
            <p:nvPr/>
          </p:nvSpPr>
          <p:spPr>
            <a:xfrm>
              <a:off x="8710169" y="-127371"/>
              <a:ext cx="706814" cy="8981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 anchorCtr="0">
              <a:noAutofit/>
            </a:bodyPr>
            <a:lstStyle/>
            <a:p>
              <a:r>
                <a:rPr lang="en-US" sz="4800" b="1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6</a:t>
              </a:r>
            </a:p>
          </p:txBody>
        </p:sp>
      </p:grpSp>
      <p:grpSp>
        <p:nvGrpSpPr>
          <p:cNvPr id="39" name="annotations" hidden="1">
            <a:extLst>
              <a:ext uri="{FF2B5EF4-FFF2-40B4-BE49-F238E27FC236}">
                <a16:creationId xmlns:a16="http://schemas.microsoft.com/office/drawing/2014/main" id="{7014840C-6A3A-B7B6-2AA0-57BCF8208A05}"/>
              </a:ext>
            </a:extLst>
          </p:cNvPr>
          <p:cNvGrpSpPr/>
          <p:nvPr/>
        </p:nvGrpSpPr>
        <p:grpSpPr>
          <a:xfrm>
            <a:off x="1409072" y="466301"/>
            <a:ext cx="10217049" cy="6493587"/>
            <a:chOff x="1409072" y="466301"/>
            <a:chExt cx="10217049" cy="6493587"/>
          </a:xfrm>
        </p:grpSpPr>
        <p:sp>
          <p:nvSpPr>
            <p:cNvPr id="33" name="Right Brace 32">
              <a:extLst>
                <a:ext uri="{FF2B5EF4-FFF2-40B4-BE49-F238E27FC236}">
                  <a16:creationId xmlns:a16="http://schemas.microsoft.com/office/drawing/2014/main" id="{452E9550-F406-40AC-6200-2054C2A2E176}"/>
                </a:ext>
              </a:extLst>
            </p:cNvPr>
            <p:cNvSpPr/>
            <p:nvPr/>
          </p:nvSpPr>
          <p:spPr>
            <a:xfrm rot="16200000">
              <a:off x="6414185" y="-619448"/>
              <a:ext cx="389338" cy="4421517"/>
            </a:xfrm>
            <a:prstGeom prst="rightBrace">
              <a:avLst>
                <a:gd name="adj1" fmla="val 47236"/>
                <a:gd name="adj2" fmla="val 50000"/>
              </a:avLst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ight Brace 33">
              <a:extLst>
                <a:ext uri="{FF2B5EF4-FFF2-40B4-BE49-F238E27FC236}">
                  <a16:creationId xmlns:a16="http://schemas.microsoft.com/office/drawing/2014/main" id="{CED48371-5988-28FC-9B4D-5299FE8D6F32}"/>
                </a:ext>
              </a:extLst>
            </p:cNvPr>
            <p:cNvSpPr/>
            <p:nvPr/>
          </p:nvSpPr>
          <p:spPr>
            <a:xfrm rot="5400000" flipV="1">
              <a:off x="5594688" y="2586466"/>
              <a:ext cx="357417" cy="7437444"/>
            </a:xfrm>
            <a:prstGeom prst="rightBrace">
              <a:avLst>
                <a:gd name="adj1" fmla="val 47236"/>
                <a:gd name="adj2" fmla="val 50000"/>
              </a:avLst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69346A5-9912-14C9-C8F2-8C6A8D25EFCB}"/>
                </a:ext>
              </a:extLst>
            </p:cNvPr>
            <p:cNvSpPr txBox="1"/>
            <p:nvPr/>
          </p:nvSpPr>
          <p:spPr>
            <a:xfrm>
              <a:off x="5154655" y="597800"/>
              <a:ext cx="2706745" cy="9578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sz="2200" dirty="0"/>
                <a:t>Three-way switches controlling that light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0BD74B71-F548-6066-D2E0-4B5B66EBF442}"/>
                </a:ext>
              </a:extLst>
            </p:cNvPr>
            <p:cNvCxnSpPr>
              <a:cxnSpLocks/>
              <a:stCxn id="35" idx="3"/>
            </p:cNvCxnSpPr>
            <p:nvPr/>
          </p:nvCxnSpPr>
          <p:spPr>
            <a:xfrm flipV="1">
              <a:off x="7861400" y="907968"/>
              <a:ext cx="2703429" cy="16874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4A3E2D7-2AE3-4703-19BA-8A0DBC56D07A}"/>
                </a:ext>
              </a:extLst>
            </p:cNvPr>
            <p:cNvSpPr txBox="1"/>
            <p:nvPr/>
          </p:nvSpPr>
          <p:spPr>
            <a:xfrm>
              <a:off x="2258050" y="466301"/>
              <a:ext cx="1991700" cy="9000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r>
                <a:rPr lang="en-US" sz="2000" dirty="0"/>
                <a:t>This light from that switch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4808D17A-9FF6-41D4-B503-35FE8C496F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09072" y="813423"/>
              <a:ext cx="814910" cy="10289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E8D6EE74-FDE1-647F-5E5B-8A84E0325E87}"/>
                </a:ext>
              </a:extLst>
            </p:cNvPr>
            <p:cNvCxnSpPr>
              <a:cxnSpLocks/>
            </p:cNvCxnSpPr>
            <p:nvPr/>
          </p:nvCxnSpPr>
          <p:spPr>
            <a:xfrm>
              <a:off x="2541647" y="1235343"/>
              <a:ext cx="37065" cy="76251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488D0AA-D4A1-CDB1-AD1D-34E01F0884E1}"/>
                </a:ext>
              </a:extLst>
            </p:cNvPr>
            <p:cNvSpPr txBox="1"/>
            <p:nvPr/>
          </p:nvSpPr>
          <p:spPr>
            <a:xfrm>
              <a:off x="6458882" y="3988991"/>
              <a:ext cx="1670451" cy="11923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algn="r"/>
              <a:r>
                <a:rPr lang="en-US" sz="2000" dirty="0"/>
                <a:t>Switched</a:t>
              </a:r>
            </a:p>
            <a:p>
              <a:pPr algn="r">
                <a:lnSpc>
                  <a:spcPct val="150000"/>
                </a:lnSpc>
              </a:pPr>
              <a:r>
                <a:rPr lang="en-US" sz="2000" dirty="0"/>
                <a:t>Unswitched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B8E4385-888E-0980-8AB3-95E42E9AA590}"/>
                </a:ext>
              </a:extLst>
            </p:cNvPr>
            <p:cNvSpPr txBox="1"/>
            <p:nvPr/>
          </p:nvSpPr>
          <p:spPr>
            <a:xfrm>
              <a:off x="3092792" y="6426703"/>
              <a:ext cx="7088040" cy="5331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sz="2200" dirty="0"/>
                <a:t>GFCI on left protects light #6 and all three receptacles</a:t>
              </a: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461E25E1-BCA4-E271-5CAF-0F7D81A176E7}"/>
                </a:ext>
              </a:extLst>
            </p:cNvPr>
            <p:cNvCxnSpPr>
              <a:cxnSpLocks/>
            </p:cNvCxnSpPr>
            <p:nvPr/>
          </p:nvCxnSpPr>
          <p:spPr>
            <a:xfrm>
              <a:off x="8099300" y="4326447"/>
              <a:ext cx="502926" cy="17459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7D32D8F3-DB8D-2550-3050-F1BB457CE3DD}"/>
                </a:ext>
              </a:extLst>
            </p:cNvPr>
            <p:cNvCxnSpPr>
              <a:cxnSpLocks/>
            </p:cNvCxnSpPr>
            <p:nvPr/>
          </p:nvCxnSpPr>
          <p:spPr>
            <a:xfrm>
              <a:off x="8099300" y="4863091"/>
              <a:ext cx="502926" cy="17459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8688D99-CF53-2934-CD34-4793B7565E13}"/>
                </a:ext>
              </a:extLst>
            </p:cNvPr>
            <p:cNvSpPr txBox="1"/>
            <p:nvPr/>
          </p:nvSpPr>
          <p:spPr>
            <a:xfrm>
              <a:off x="9788406" y="4631012"/>
              <a:ext cx="1837715" cy="11923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r>
                <a:rPr lang="en-US" sz="2000" dirty="0"/>
                <a:t>top outlet switched here</a:t>
              </a: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C0A72CC2-2D1A-6F00-06C7-DE46184F8B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2246" y="4543951"/>
              <a:ext cx="641172" cy="45439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D72BF196-4BA1-59C4-B160-AA1A5D0C6EC3}"/>
                </a:ext>
              </a:extLst>
            </p:cNvPr>
            <p:cNvCxnSpPr>
              <a:cxnSpLocks/>
              <a:endCxn id="11" idx="2"/>
            </p:cNvCxnSpPr>
            <p:nvPr/>
          </p:nvCxnSpPr>
          <p:spPr>
            <a:xfrm flipV="1">
              <a:off x="11180727" y="4056755"/>
              <a:ext cx="30654" cy="108420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84BCB88-6565-5EF1-16AD-D7A02C4A922C}"/>
                </a:ext>
              </a:extLst>
            </p:cNvPr>
            <p:cNvSpPr txBox="1"/>
            <p:nvPr/>
          </p:nvSpPr>
          <p:spPr>
            <a:xfrm>
              <a:off x="2381963" y="5465756"/>
              <a:ext cx="794386" cy="5331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sz="2000" dirty="0"/>
                <a:t>GFCI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230A0A8-65A9-36EE-9F4F-C5DBC2E2AECB}"/>
                </a:ext>
              </a:extLst>
            </p:cNvPr>
            <p:cNvSpPr txBox="1"/>
            <p:nvPr/>
          </p:nvSpPr>
          <p:spPr>
            <a:xfrm>
              <a:off x="1905023" y="3056894"/>
              <a:ext cx="1412520" cy="9870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sz="2200" b="1" dirty="0"/>
                <a:t>NOT</a:t>
              </a:r>
              <a:r>
                <a:rPr lang="en-US" sz="2200" dirty="0"/>
                <a:t> protected</a:t>
              </a:r>
            </a:p>
            <a:p>
              <a:pPr>
                <a:lnSpc>
                  <a:spcPct val="80000"/>
                </a:lnSpc>
              </a:pPr>
              <a:r>
                <a:rPr lang="en-US" sz="2200" dirty="0"/>
                <a:t>by GFCI</a:t>
              </a:r>
            </a:p>
          </p:txBody>
        </p:sp>
      </p:grpSp>
      <p:sp>
        <p:nvSpPr>
          <p:cNvPr id="10" name="TextBox 9" hidden="1">
            <a:extLst>
              <a:ext uri="{FF2B5EF4-FFF2-40B4-BE49-F238E27FC236}">
                <a16:creationId xmlns:a16="http://schemas.microsoft.com/office/drawing/2014/main" id="{4A494F55-A381-4CD3-0F5B-AAE275B35DEE}"/>
              </a:ext>
            </a:extLst>
          </p:cNvPr>
          <p:cNvSpPr txBox="1"/>
          <p:nvPr/>
        </p:nvSpPr>
        <p:spPr>
          <a:xfrm>
            <a:off x="3558029" y="4577950"/>
            <a:ext cx="1412520" cy="72712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>
              <a:lnSpc>
                <a:spcPct val="80000"/>
              </a:lnSpc>
            </a:pPr>
            <a:r>
              <a:rPr lang="en-US" sz="2200" dirty="0"/>
              <a:t>protected</a:t>
            </a:r>
          </a:p>
          <a:p>
            <a:pPr>
              <a:lnSpc>
                <a:spcPct val="80000"/>
              </a:lnSpc>
            </a:pPr>
            <a:r>
              <a:rPr lang="en-US" sz="2200" dirty="0"/>
              <a:t>by GFCI</a:t>
            </a:r>
          </a:p>
        </p:txBody>
      </p:sp>
      <p:pic>
        <p:nvPicPr>
          <p:cNvPr id="16" name="Picture 15" hidden="1">
            <a:extLst>
              <a:ext uri="{FF2B5EF4-FFF2-40B4-BE49-F238E27FC236}">
                <a16:creationId xmlns:a16="http://schemas.microsoft.com/office/drawing/2014/main" id="{A7ABE043-4EE5-7393-F4C5-8665BA71F62B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3310"/>
          <a:stretch>
            <a:fillRect/>
          </a:stretch>
        </p:blipFill>
        <p:spPr>
          <a:xfrm>
            <a:off x="274073" y="3093608"/>
            <a:ext cx="5109596" cy="3233700"/>
          </a:xfrm>
          <a:prstGeom prst="rect">
            <a:avLst/>
          </a:prstGeom>
        </p:spPr>
      </p:pic>
      <p:pic>
        <p:nvPicPr>
          <p:cNvPr id="19" name="Picture 18" hidden="1">
            <a:extLst>
              <a:ext uri="{FF2B5EF4-FFF2-40B4-BE49-F238E27FC236}">
                <a16:creationId xmlns:a16="http://schemas.microsoft.com/office/drawing/2014/main" id="{22829A0E-7262-B51C-3C25-D8A0CB69D205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5188"/>
          <a:stretch>
            <a:fillRect/>
          </a:stretch>
        </p:blipFill>
        <p:spPr>
          <a:xfrm>
            <a:off x="6102586" y="2995695"/>
            <a:ext cx="2611376" cy="3274265"/>
          </a:xfrm>
          <a:prstGeom prst="rect">
            <a:avLst/>
          </a:prstGeom>
        </p:spPr>
      </p:pic>
      <p:pic>
        <p:nvPicPr>
          <p:cNvPr id="46" name="Picture 45" hidden="1">
            <a:extLst>
              <a:ext uri="{FF2B5EF4-FFF2-40B4-BE49-F238E27FC236}">
                <a16:creationId xmlns:a16="http://schemas.microsoft.com/office/drawing/2014/main" id="{FDE8CBAC-9C8B-F928-971F-1E084EE1BD6C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37" t="5430" r="39388" b="6032"/>
          <a:stretch>
            <a:fillRect/>
          </a:stretch>
        </p:blipFill>
        <p:spPr>
          <a:xfrm>
            <a:off x="9004526" y="574398"/>
            <a:ext cx="1815176" cy="607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895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24C28-0119-1523-D8E5-2C8D04FF0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room">
            <a:extLst>
              <a:ext uri="{FF2B5EF4-FFF2-40B4-BE49-F238E27FC236}">
                <a16:creationId xmlns:a16="http://schemas.microsoft.com/office/drawing/2014/main" id="{DCA350D9-199F-9E60-F641-01FAA8248494}"/>
              </a:ext>
            </a:extLst>
          </p:cNvPr>
          <p:cNvGrpSpPr/>
          <p:nvPr/>
        </p:nvGrpSpPr>
        <p:grpSpPr>
          <a:xfrm>
            <a:off x="0" y="162046"/>
            <a:ext cx="12192000" cy="6655443"/>
            <a:chOff x="0" y="162046"/>
            <a:chExt cx="12192000" cy="6655443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830BE5B-EFD0-87B4-3B87-B3E5B816A19C}"/>
                </a:ext>
              </a:extLst>
            </p:cNvPr>
            <p:cNvSpPr/>
            <p:nvPr/>
          </p:nvSpPr>
          <p:spPr>
            <a:xfrm>
              <a:off x="966486" y="574399"/>
              <a:ext cx="10828116" cy="551388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7EE7FBE-776B-8B17-E9A9-EE011691CC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0" y="6088284"/>
              <a:ext cx="966486" cy="7292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0B08879-558E-5252-0022-8CB77E7792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794602" y="6088283"/>
              <a:ext cx="397398" cy="7292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84A54A2-2DFD-A247-0F7A-56FF43DB130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62046"/>
              <a:ext cx="463560" cy="17362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159FFC0-4AAC-1928-443B-9849C1BFDF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4602" y="248856"/>
              <a:ext cx="397398" cy="32554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devices">
            <a:extLst>
              <a:ext uri="{FF2B5EF4-FFF2-40B4-BE49-F238E27FC236}">
                <a16:creationId xmlns:a16="http://schemas.microsoft.com/office/drawing/2014/main" id="{38514649-F6B5-3C14-1EDA-6941EB0167C1}"/>
              </a:ext>
            </a:extLst>
          </p:cNvPr>
          <p:cNvGrpSpPr/>
          <p:nvPr/>
        </p:nvGrpSpPr>
        <p:grpSpPr>
          <a:xfrm>
            <a:off x="296278" y="195176"/>
            <a:ext cx="11383525" cy="5383759"/>
            <a:chOff x="296278" y="195176"/>
            <a:chExt cx="11383525" cy="5383759"/>
          </a:xfrm>
        </p:grpSpPr>
        <p:pic>
          <p:nvPicPr>
            <p:cNvPr id="8" name="Picture 7" descr="A white electrical outlet with red button">
              <a:extLst>
                <a:ext uri="{FF2B5EF4-FFF2-40B4-BE49-F238E27FC236}">
                  <a16:creationId xmlns:a16="http://schemas.microsoft.com/office/drawing/2014/main" id="{A87761E7-777D-11F2-B47D-B44ED44585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519"/>
            <a:stretch/>
          </p:blipFill>
          <p:spPr>
            <a:xfrm>
              <a:off x="2328026" y="4115895"/>
              <a:ext cx="902261" cy="1463040"/>
            </a:xfrm>
            <a:prstGeom prst="rect">
              <a:avLst/>
            </a:prstGeom>
          </p:spPr>
        </p:pic>
        <p:pic>
          <p:nvPicPr>
            <p:cNvPr id="2" name="Picture 1" descr="A row of white electrical outlets&#10;&#10;AI-generated content may be incorrect.">
              <a:extLst>
                <a:ext uri="{FF2B5EF4-FFF2-40B4-BE49-F238E27FC236}">
                  <a16:creationId xmlns:a16="http://schemas.microsoft.com/office/drawing/2014/main" id="{AB8BB880-3E7C-9232-F5DE-F993F055BD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661" t="23292" r="33572" b="23122"/>
            <a:stretch/>
          </p:blipFill>
          <p:spPr>
            <a:xfrm>
              <a:off x="5399584" y="4090376"/>
              <a:ext cx="894617" cy="1463040"/>
            </a:xfrm>
            <a:prstGeom prst="rect">
              <a:avLst/>
            </a:prstGeom>
          </p:spPr>
        </p:pic>
        <p:pic>
          <p:nvPicPr>
            <p:cNvPr id="7" name="Picture 6" descr="A row of white electrical outlets&#10;&#10;AI-generated content may be incorrect.">
              <a:extLst>
                <a:ext uri="{FF2B5EF4-FFF2-40B4-BE49-F238E27FC236}">
                  <a16:creationId xmlns:a16="http://schemas.microsoft.com/office/drawing/2014/main" id="{160D4F29-4524-6887-C0F6-2D6B0F3532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661" t="23292" r="33572" b="23122"/>
            <a:stretch/>
          </p:blipFill>
          <p:spPr>
            <a:xfrm>
              <a:off x="8433312" y="4090376"/>
              <a:ext cx="894617" cy="1463040"/>
            </a:xfrm>
            <a:prstGeom prst="rect">
              <a:avLst/>
            </a:prstGeom>
          </p:spPr>
        </p:pic>
        <p:pic>
          <p:nvPicPr>
            <p:cNvPr id="9" name="Picture 8" descr="A white rectangular light switch&#10;&#10;AI-generated content may be incorrect.">
              <a:extLst>
                <a:ext uri="{FF2B5EF4-FFF2-40B4-BE49-F238E27FC236}">
                  <a16:creationId xmlns:a16="http://schemas.microsoft.com/office/drawing/2014/main" id="{487E4C5C-4633-DC66-7E39-25677B510D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832" t="1097" r="22011" b="2700"/>
            <a:stretch/>
          </p:blipFill>
          <p:spPr>
            <a:xfrm>
              <a:off x="2456258" y="1582366"/>
              <a:ext cx="899641" cy="1463040"/>
            </a:xfrm>
            <a:prstGeom prst="rect">
              <a:avLst/>
            </a:prstGeom>
          </p:spPr>
        </p:pic>
        <p:pic>
          <p:nvPicPr>
            <p:cNvPr id="11" name="Picture 10" descr="A light switch on a wall">
              <a:extLst>
                <a:ext uri="{FF2B5EF4-FFF2-40B4-BE49-F238E27FC236}">
                  <a16:creationId xmlns:a16="http://schemas.microsoft.com/office/drawing/2014/main" id="{51C2F023-DC8E-595F-3702-B1CA134BA4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888" t="32827" r="11048" b="33304"/>
            <a:stretch/>
          </p:blipFill>
          <p:spPr>
            <a:xfrm>
              <a:off x="10742958" y="2593715"/>
              <a:ext cx="936845" cy="1463040"/>
            </a:xfrm>
            <a:prstGeom prst="rect">
              <a:avLst/>
            </a:prstGeom>
          </p:spPr>
        </p:pic>
        <p:pic>
          <p:nvPicPr>
            <p:cNvPr id="12" name="Picture 11" descr="A light switch on a wall">
              <a:extLst>
                <a:ext uri="{FF2B5EF4-FFF2-40B4-BE49-F238E27FC236}">
                  <a16:creationId xmlns:a16="http://schemas.microsoft.com/office/drawing/2014/main" id="{A4A280F3-0BFF-68A4-0105-91B83B890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888" t="32827" r="11048" b="33304"/>
            <a:stretch/>
          </p:blipFill>
          <p:spPr>
            <a:xfrm>
              <a:off x="4481937" y="1903352"/>
              <a:ext cx="936845" cy="1463040"/>
            </a:xfrm>
            <a:prstGeom prst="rect">
              <a:avLst/>
            </a:prstGeom>
          </p:spPr>
        </p:pic>
        <p:pic>
          <p:nvPicPr>
            <p:cNvPr id="13" name="Picture 12" descr="A light switch on a wall">
              <a:extLst>
                <a:ext uri="{FF2B5EF4-FFF2-40B4-BE49-F238E27FC236}">
                  <a16:creationId xmlns:a16="http://schemas.microsoft.com/office/drawing/2014/main" id="{ED152641-2145-F802-62F9-6AF164D866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888" t="32827" r="11048" b="33304"/>
            <a:stretch/>
          </p:blipFill>
          <p:spPr>
            <a:xfrm>
              <a:off x="6193575" y="1903352"/>
              <a:ext cx="936845" cy="1463040"/>
            </a:xfrm>
            <a:prstGeom prst="rect">
              <a:avLst/>
            </a:prstGeom>
          </p:spPr>
        </p:pic>
        <p:pic>
          <p:nvPicPr>
            <p:cNvPr id="14" name="Picture 13" descr="A light switch on a wall">
              <a:extLst>
                <a:ext uri="{FF2B5EF4-FFF2-40B4-BE49-F238E27FC236}">
                  <a16:creationId xmlns:a16="http://schemas.microsoft.com/office/drawing/2014/main" id="{C6310B18-D5BE-FDE2-DA7E-DA8A7D787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888" t="32827" r="11048" b="33304"/>
            <a:stretch/>
          </p:blipFill>
          <p:spPr>
            <a:xfrm>
              <a:off x="7905213" y="1903352"/>
              <a:ext cx="936845" cy="1463040"/>
            </a:xfrm>
            <a:prstGeom prst="rect">
              <a:avLst/>
            </a:prstGeom>
          </p:spPr>
        </p:pic>
        <p:pic>
          <p:nvPicPr>
            <p:cNvPr id="18" name="Picture 17" descr="A light fixture with a light bulb&#10;&#10;AI-generated content may be incorrect.">
              <a:extLst>
                <a:ext uri="{FF2B5EF4-FFF2-40B4-BE49-F238E27FC236}">
                  <a16:creationId xmlns:a16="http://schemas.microsoft.com/office/drawing/2014/main" id="{F07BCA4A-212D-873D-E7EC-84D5E28045A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84" t="-252" r="13994" b="1"/>
            <a:stretch/>
          </p:blipFill>
          <p:spPr>
            <a:xfrm>
              <a:off x="296278" y="202054"/>
              <a:ext cx="1085521" cy="1525840"/>
            </a:xfrm>
            <a:prstGeom prst="rect">
              <a:avLst/>
            </a:prstGeom>
          </p:spPr>
        </p:pic>
        <p:pic>
          <p:nvPicPr>
            <p:cNvPr id="28" name="Picture 27" descr="A light fixture with a light bulb&#10;&#10;AI-generated content may be incorrect.">
              <a:extLst>
                <a:ext uri="{FF2B5EF4-FFF2-40B4-BE49-F238E27FC236}">
                  <a16:creationId xmlns:a16="http://schemas.microsoft.com/office/drawing/2014/main" id="{2E3B3619-313A-C586-0235-CD7127670CA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84" t="-252" r="13994" b="1"/>
            <a:stretch/>
          </p:blipFill>
          <p:spPr>
            <a:xfrm>
              <a:off x="10454208" y="195176"/>
              <a:ext cx="1085521" cy="1525840"/>
            </a:xfrm>
            <a:prstGeom prst="rect">
              <a:avLst/>
            </a:prstGeom>
          </p:spPr>
        </p:pic>
      </p:grpSp>
      <p:sp>
        <p:nvSpPr>
          <p:cNvPr id="111" name="title">
            <a:extLst>
              <a:ext uri="{FF2B5EF4-FFF2-40B4-BE49-F238E27FC236}">
                <a16:creationId xmlns:a16="http://schemas.microsoft.com/office/drawing/2014/main" id="{E81309CB-270A-04D9-AB37-693ED2B52C55}"/>
              </a:ext>
            </a:extLst>
          </p:cNvPr>
          <p:cNvSpPr txBox="1"/>
          <p:nvPr/>
        </p:nvSpPr>
        <p:spPr>
          <a:xfrm>
            <a:off x="3410376" y="-69862"/>
            <a:ext cx="47296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Today’s Lab</a:t>
            </a:r>
          </a:p>
        </p:txBody>
      </p:sp>
      <p:grpSp>
        <p:nvGrpSpPr>
          <p:cNvPr id="29" name="Power red arrows" hidden="1">
            <a:extLst>
              <a:ext uri="{FF2B5EF4-FFF2-40B4-BE49-F238E27FC236}">
                <a16:creationId xmlns:a16="http://schemas.microsoft.com/office/drawing/2014/main" id="{71256258-CAD4-A175-FFF9-48F06BB91673}"/>
              </a:ext>
            </a:extLst>
          </p:cNvPr>
          <p:cNvGrpSpPr/>
          <p:nvPr/>
        </p:nvGrpSpPr>
        <p:grpSpPr>
          <a:xfrm>
            <a:off x="554201" y="1082694"/>
            <a:ext cx="10188757" cy="5734795"/>
            <a:chOff x="554201" y="1082694"/>
            <a:chExt cx="10188757" cy="5734795"/>
          </a:xfrm>
        </p:grpSpPr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0164F84A-5605-0B6F-AB4E-AD23BA6B4F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4201" y="5181367"/>
              <a:ext cx="1605687" cy="1636122"/>
            </a:xfrm>
            <a:prstGeom prst="straightConnector1">
              <a:avLst/>
            </a:pr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5B30E37E-59A6-9EF0-244C-B17FFAD65D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38905" y="5225646"/>
              <a:ext cx="1598133" cy="0"/>
            </a:xfrm>
            <a:prstGeom prst="straightConnector1">
              <a:avLst/>
            </a:pr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CB66E8AB-6232-7757-A474-54E0515C60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2711" y="5239524"/>
              <a:ext cx="1598133" cy="0"/>
            </a:xfrm>
            <a:prstGeom prst="straightConnector1">
              <a:avLst/>
            </a:pr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461BE0FA-7B7B-DFB0-D688-A0FB66358E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74048" y="1130544"/>
              <a:ext cx="1053978" cy="1332338"/>
            </a:xfrm>
            <a:prstGeom prst="straightConnector1">
              <a:avLst/>
            </a:pr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23A6C4A0-1394-5073-29C3-CB391910FDC1}"/>
                </a:ext>
              </a:extLst>
            </p:cNvPr>
            <p:cNvSpPr/>
            <p:nvPr/>
          </p:nvSpPr>
          <p:spPr>
            <a:xfrm>
              <a:off x="1461668" y="2608356"/>
              <a:ext cx="910159" cy="2271025"/>
            </a:xfrm>
            <a:custGeom>
              <a:avLst/>
              <a:gdLst>
                <a:gd name="connsiteX0" fmla="*/ 0 w 2333683"/>
                <a:gd name="connsiteY0" fmla="*/ 1817580 h 1817580"/>
                <a:gd name="connsiteX1" fmla="*/ 33659 w 2333683"/>
                <a:gd name="connsiteY1" fmla="*/ 762935 h 1817580"/>
                <a:gd name="connsiteX2" fmla="*/ 2333683 w 2333683"/>
                <a:gd name="connsiteY2" fmla="*/ 0 h 1817580"/>
                <a:gd name="connsiteX0" fmla="*/ 0 w 2333683"/>
                <a:gd name="connsiteY0" fmla="*/ 1817580 h 1817580"/>
                <a:gd name="connsiteX1" fmla="*/ 7077 w 2333683"/>
                <a:gd name="connsiteY1" fmla="*/ 1005206 h 1817580"/>
                <a:gd name="connsiteX2" fmla="*/ 2333683 w 2333683"/>
                <a:gd name="connsiteY2" fmla="*/ 0 h 1817580"/>
                <a:gd name="connsiteX0" fmla="*/ 519074 w 2852757"/>
                <a:gd name="connsiteY0" fmla="*/ 1817580 h 1817580"/>
                <a:gd name="connsiteX1" fmla="*/ 0 w 2852757"/>
                <a:gd name="connsiteY1" fmla="*/ 629109 h 1817580"/>
                <a:gd name="connsiteX2" fmla="*/ 2852757 w 2852757"/>
                <a:gd name="connsiteY2" fmla="*/ 0 h 1817580"/>
                <a:gd name="connsiteX0" fmla="*/ 519074 w 727523"/>
                <a:gd name="connsiteY0" fmla="*/ 2099654 h 2099654"/>
                <a:gd name="connsiteX1" fmla="*/ 0 w 727523"/>
                <a:gd name="connsiteY1" fmla="*/ 911183 h 2099654"/>
                <a:gd name="connsiteX2" fmla="*/ 727523 w 727523"/>
                <a:gd name="connsiteY2" fmla="*/ 0 h 2099654"/>
                <a:gd name="connsiteX0" fmla="*/ 519074 w 727523"/>
                <a:gd name="connsiteY0" fmla="*/ 2099654 h 2099654"/>
                <a:gd name="connsiteX1" fmla="*/ 0 w 727523"/>
                <a:gd name="connsiteY1" fmla="*/ 911183 h 2099654"/>
                <a:gd name="connsiteX2" fmla="*/ 727523 w 727523"/>
                <a:gd name="connsiteY2" fmla="*/ 0 h 2099654"/>
                <a:gd name="connsiteX0" fmla="*/ 528703 w 737152"/>
                <a:gd name="connsiteY0" fmla="*/ 2099654 h 2099654"/>
                <a:gd name="connsiteX1" fmla="*/ 0 w 737152"/>
                <a:gd name="connsiteY1" fmla="*/ 1042817 h 2099654"/>
                <a:gd name="connsiteX2" fmla="*/ 737152 w 737152"/>
                <a:gd name="connsiteY2" fmla="*/ 0 h 2099654"/>
                <a:gd name="connsiteX0" fmla="*/ 528703 w 862582"/>
                <a:gd name="connsiteY0" fmla="*/ 2077640 h 2077640"/>
                <a:gd name="connsiteX1" fmla="*/ 0 w 862582"/>
                <a:gd name="connsiteY1" fmla="*/ 1020803 h 2077640"/>
                <a:gd name="connsiteX2" fmla="*/ 862582 w 862582"/>
                <a:gd name="connsiteY2" fmla="*/ 0 h 2077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62582" h="2077640">
                  <a:moveTo>
                    <a:pt x="528703" y="2077640"/>
                  </a:moveTo>
                  <a:lnTo>
                    <a:pt x="0" y="1020803"/>
                  </a:lnTo>
                  <a:cubicBezTo>
                    <a:pt x="242508" y="717075"/>
                    <a:pt x="620074" y="303728"/>
                    <a:pt x="862582" y="0"/>
                  </a:cubicBezTo>
                </a:path>
              </a:pathLst>
            </a:cu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9A8EF72C-0324-4022-75D3-CA9EE48EF13C}"/>
                </a:ext>
              </a:extLst>
            </p:cNvPr>
            <p:cNvCxnSpPr>
              <a:cxnSpLocks/>
            </p:cNvCxnSpPr>
            <p:nvPr/>
          </p:nvCxnSpPr>
          <p:spPr>
            <a:xfrm>
              <a:off x="5499027" y="2734838"/>
              <a:ext cx="711974" cy="0"/>
            </a:xfrm>
            <a:prstGeom prst="straightConnector1">
              <a:avLst/>
            </a:pr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7074E73D-0A40-4DA7-3BE3-CB84C75CFD63}"/>
                </a:ext>
              </a:extLst>
            </p:cNvPr>
            <p:cNvCxnSpPr>
              <a:cxnSpLocks/>
            </p:cNvCxnSpPr>
            <p:nvPr/>
          </p:nvCxnSpPr>
          <p:spPr>
            <a:xfrm>
              <a:off x="7193239" y="2666604"/>
              <a:ext cx="711974" cy="0"/>
            </a:xfrm>
            <a:prstGeom prst="straightConnector1">
              <a:avLst/>
            </a:pr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47E4F9C2-F239-D7D8-CB8C-FBDB91CF22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3681" y="1082694"/>
              <a:ext cx="1889277" cy="1583910"/>
            </a:xfrm>
            <a:prstGeom prst="straightConnector1">
              <a:avLst/>
            </a:pr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544C1196-0EDD-F3D7-B8AC-66D13BBD22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96442" y="3598363"/>
              <a:ext cx="1343591" cy="876917"/>
            </a:xfrm>
            <a:prstGeom prst="straightConnector1">
              <a:avLst/>
            </a:prstGeom>
            <a:ln w="92075">
              <a:solidFill>
                <a:srgbClr val="C00000"/>
              </a:solidFill>
              <a:headEnd type="triangle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CE2795E-09FE-1FB9-33B1-5F1EA6073A90}"/>
                </a:ext>
              </a:extLst>
            </p:cNvPr>
            <p:cNvSpPr/>
            <p:nvPr/>
          </p:nvSpPr>
          <p:spPr>
            <a:xfrm>
              <a:off x="4086635" y="2732048"/>
              <a:ext cx="1233504" cy="1938123"/>
            </a:xfrm>
            <a:custGeom>
              <a:avLst/>
              <a:gdLst>
                <a:gd name="connsiteX0" fmla="*/ 0 w 2333683"/>
                <a:gd name="connsiteY0" fmla="*/ 1817580 h 1817580"/>
                <a:gd name="connsiteX1" fmla="*/ 33659 w 2333683"/>
                <a:gd name="connsiteY1" fmla="*/ 762935 h 1817580"/>
                <a:gd name="connsiteX2" fmla="*/ 2333683 w 2333683"/>
                <a:gd name="connsiteY2" fmla="*/ 0 h 1817580"/>
                <a:gd name="connsiteX0" fmla="*/ 0 w 2333683"/>
                <a:gd name="connsiteY0" fmla="*/ 1817580 h 1817580"/>
                <a:gd name="connsiteX1" fmla="*/ 7077 w 2333683"/>
                <a:gd name="connsiteY1" fmla="*/ 1005206 h 1817580"/>
                <a:gd name="connsiteX2" fmla="*/ 2333683 w 2333683"/>
                <a:gd name="connsiteY2" fmla="*/ 0 h 1817580"/>
                <a:gd name="connsiteX0" fmla="*/ 519074 w 2852757"/>
                <a:gd name="connsiteY0" fmla="*/ 1817580 h 1817580"/>
                <a:gd name="connsiteX1" fmla="*/ 0 w 2852757"/>
                <a:gd name="connsiteY1" fmla="*/ 629109 h 1817580"/>
                <a:gd name="connsiteX2" fmla="*/ 2852757 w 2852757"/>
                <a:gd name="connsiteY2" fmla="*/ 0 h 1817580"/>
                <a:gd name="connsiteX0" fmla="*/ 519074 w 727523"/>
                <a:gd name="connsiteY0" fmla="*/ 2099654 h 2099654"/>
                <a:gd name="connsiteX1" fmla="*/ 0 w 727523"/>
                <a:gd name="connsiteY1" fmla="*/ 911183 h 2099654"/>
                <a:gd name="connsiteX2" fmla="*/ 727523 w 727523"/>
                <a:gd name="connsiteY2" fmla="*/ 0 h 2099654"/>
                <a:gd name="connsiteX0" fmla="*/ 519074 w 727523"/>
                <a:gd name="connsiteY0" fmla="*/ 2099654 h 2099654"/>
                <a:gd name="connsiteX1" fmla="*/ 0 w 727523"/>
                <a:gd name="connsiteY1" fmla="*/ 911183 h 2099654"/>
                <a:gd name="connsiteX2" fmla="*/ 727523 w 727523"/>
                <a:gd name="connsiteY2" fmla="*/ 0 h 2099654"/>
                <a:gd name="connsiteX0" fmla="*/ 528703 w 737152"/>
                <a:gd name="connsiteY0" fmla="*/ 2099654 h 2099654"/>
                <a:gd name="connsiteX1" fmla="*/ 0 w 737152"/>
                <a:gd name="connsiteY1" fmla="*/ 1042817 h 2099654"/>
                <a:gd name="connsiteX2" fmla="*/ 737152 w 737152"/>
                <a:gd name="connsiteY2" fmla="*/ 0 h 2099654"/>
                <a:gd name="connsiteX0" fmla="*/ 1554181 w 1554181"/>
                <a:gd name="connsiteY0" fmla="*/ 1476586 h 1476586"/>
                <a:gd name="connsiteX1" fmla="*/ 0 w 1554181"/>
                <a:gd name="connsiteY1" fmla="*/ 1042817 h 1476586"/>
                <a:gd name="connsiteX2" fmla="*/ 737152 w 1554181"/>
                <a:gd name="connsiteY2" fmla="*/ 0 h 1476586"/>
                <a:gd name="connsiteX0" fmla="*/ 1159396 w 1159396"/>
                <a:gd name="connsiteY0" fmla="*/ 1476586 h 1476586"/>
                <a:gd name="connsiteX1" fmla="*/ 0 w 1159396"/>
                <a:gd name="connsiteY1" fmla="*/ 823426 h 1476586"/>
                <a:gd name="connsiteX2" fmla="*/ 342367 w 1159396"/>
                <a:gd name="connsiteY2" fmla="*/ 0 h 1476586"/>
                <a:gd name="connsiteX0" fmla="*/ 1159396 w 1159396"/>
                <a:gd name="connsiteY0" fmla="*/ 1476586 h 1476586"/>
                <a:gd name="connsiteX1" fmla="*/ 0 w 1159396"/>
                <a:gd name="connsiteY1" fmla="*/ 823426 h 1476586"/>
                <a:gd name="connsiteX2" fmla="*/ 342367 w 1159396"/>
                <a:gd name="connsiteY2" fmla="*/ 0 h 1476586"/>
                <a:gd name="connsiteX0" fmla="*/ 1173839 w 1173839"/>
                <a:gd name="connsiteY0" fmla="*/ 1476586 h 1476586"/>
                <a:gd name="connsiteX1" fmla="*/ 0 w 1173839"/>
                <a:gd name="connsiteY1" fmla="*/ 516280 h 1476586"/>
                <a:gd name="connsiteX2" fmla="*/ 356810 w 1173839"/>
                <a:gd name="connsiteY2" fmla="*/ 0 h 1476586"/>
                <a:gd name="connsiteX0" fmla="*/ 1202726 w 1202726"/>
                <a:gd name="connsiteY0" fmla="*/ 1674037 h 1674037"/>
                <a:gd name="connsiteX1" fmla="*/ 0 w 1202726"/>
                <a:gd name="connsiteY1" fmla="*/ 516280 h 1674037"/>
                <a:gd name="connsiteX2" fmla="*/ 356810 w 1202726"/>
                <a:gd name="connsiteY2" fmla="*/ 0 h 1674037"/>
                <a:gd name="connsiteX0" fmla="*/ 1246056 w 1246056"/>
                <a:gd name="connsiteY0" fmla="*/ 1674037 h 1674037"/>
                <a:gd name="connsiteX1" fmla="*/ 0 w 1246056"/>
                <a:gd name="connsiteY1" fmla="*/ 770773 h 1674037"/>
                <a:gd name="connsiteX2" fmla="*/ 400140 w 1246056"/>
                <a:gd name="connsiteY2" fmla="*/ 0 h 1674037"/>
                <a:gd name="connsiteX0" fmla="*/ 1077550 w 1077550"/>
                <a:gd name="connsiteY0" fmla="*/ 1674037 h 1674037"/>
                <a:gd name="connsiteX1" fmla="*/ 0 w 1077550"/>
                <a:gd name="connsiteY1" fmla="*/ 832203 h 1674037"/>
                <a:gd name="connsiteX2" fmla="*/ 231634 w 1077550"/>
                <a:gd name="connsiteY2" fmla="*/ 0 h 1674037"/>
                <a:gd name="connsiteX0" fmla="*/ 1169024 w 1169024"/>
                <a:gd name="connsiteY0" fmla="*/ 1674037 h 1674037"/>
                <a:gd name="connsiteX1" fmla="*/ 0 w 1169024"/>
                <a:gd name="connsiteY1" fmla="*/ 823427 h 1674037"/>
                <a:gd name="connsiteX2" fmla="*/ 323108 w 1169024"/>
                <a:gd name="connsiteY2" fmla="*/ 0 h 1674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69024" h="1674037">
                  <a:moveTo>
                    <a:pt x="1169024" y="1674037"/>
                  </a:moveTo>
                  <a:lnTo>
                    <a:pt x="0" y="823427"/>
                  </a:lnTo>
                  <a:lnTo>
                    <a:pt x="323108" y="0"/>
                  </a:lnTo>
                </a:path>
              </a:pathLst>
            </a:cu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een areas and numbers" hidden="1">
            <a:extLst>
              <a:ext uri="{FF2B5EF4-FFF2-40B4-BE49-F238E27FC236}">
                <a16:creationId xmlns:a16="http://schemas.microsoft.com/office/drawing/2014/main" id="{03CDF608-C6D8-2C8A-A89A-1A717BD3DC8B}"/>
              </a:ext>
            </a:extLst>
          </p:cNvPr>
          <p:cNvGrpSpPr/>
          <p:nvPr/>
        </p:nvGrpSpPr>
        <p:grpSpPr>
          <a:xfrm>
            <a:off x="49659" y="-127371"/>
            <a:ext cx="11911293" cy="6067360"/>
            <a:chOff x="49659" y="-127371"/>
            <a:chExt cx="11911293" cy="6067360"/>
          </a:xfrm>
        </p:grpSpPr>
        <p:sp>
          <p:nvSpPr>
            <p:cNvPr id="5" name="area 6">
              <a:extLst>
                <a:ext uri="{FF2B5EF4-FFF2-40B4-BE49-F238E27FC236}">
                  <a16:creationId xmlns:a16="http://schemas.microsoft.com/office/drawing/2014/main" id="{55D43571-8B6E-1726-09D4-7A68C8BF6338}"/>
                </a:ext>
              </a:extLst>
            </p:cNvPr>
            <p:cNvSpPr/>
            <p:nvPr/>
          </p:nvSpPr>
          <p:spPr>
            <a:xfrm rot="10800000">
              <a:off x="7757695" y="-1"/>
              <a:ext cx="4108027" cy="3529965"/>
            </a:xfrm>
            <a:custGeom>
              <a:avLst/>
              <a:gdLst>
                <a:gd name="connsiteX0" fmla="*/ 0 w 3061489"/>
                <a:gd name="connsiteY0" fmla="*/ 370030 h 2220137"/>
                <a:gd name="connsiteX1" fmla="*/ 370030 w 3061489"/>
                <a:gd name="connsiteY1" fmla="*/ 0 h 2220137"/>
                <a:gd name="connsiteX2" fmla="*/ 2691459 w 3061489"/>
                <a:gd name="connsiteY2" fmla="*/ 0 h 2220137"/>
                <a:gd name="connsiteX3" fmla="*/ 3061489 w 3061489"/>
                <a:gd name="connsiteY3" fmla="*/ 370030 h 2220137"/>
                <a:gd name="connsiteX4" fmla="*/ 3061489 w 3061489"/>
                <a:gd name="connsiteY4" fmla="*/ 1850107 h 2220137"/>
                <a:gd name="connsiteX5" fmla="*/ 2691459 w 3061489"/>
                <a:gd name="connsiteY5" fmla="*/ 2220137 h 2220137"/>
                <a:gd name="connsiteX6" fmla="*/ 370030 w 3061489"/>
                <a:gd name="connsiteY6" fmla="*/ 2220137 h 2220137"/>
                <a:gd name="connsiteX7" fmla="*/ 0 w 3061489"/>
                <a:gd name="connsiteY7" fmla="*/ 1850107 h 2220137"/>
                <a:gd name="connsiteX8" fmla="*/ 0 w 3061489"/>
                <a:gd name="connsiteY8" fmla="*/ 370030 h 2220137"/>
                <a:gd name="connsiteX0" fmla="*/ 0 w 3061489"/>
                <a:gd name="connsiteY0" fmla="*/ 2503630 h 4353737"/>
                <a:gd name="connsiteX1" fmla="*/ 370030 w 3061489"/>
                <a:gd name="connsiteY1" fmla="*/ 2133600 h 4353737"/>
                <a:gd name="connsiteX2" fmla="*/ 2836239 w 3061489"/>
                <a:gd name="connsiteY2" fmla="*/ 0 h 4353737"/>
                <a:gd name="connsiteX3" fmla="*/ 3061489 w 3061489"/>
                <a:gd name="connsiteY3" fmla="*/ 2503630 h 4353737"/>
                <a:gd name="connsiteX4" fmla="*/ 3061489 w 3061489"/>
                <a:gd name="connsiteY4" fmla="*/ 3983707 h 4353737"/>
                <a:gd name="connsiteX5" fmla="*/ 2691459 w 3061489"/>
                <a:gd name="connsiteY5" fmla="*/ 4353737 h 4353737"/>
                <a:gd name="connsiteX6" fmla="*/ 370030 w 3061489"/>
                <a:gd name="connsiteY6" fmla="*/ 4353737 h 4353737"/>
                <a:gd name="connsiteX7" fmla="*/ 0 w 3061489"/>
                <a:gd name="connsiteY7" fmla="*/ 3983707 h 4353737"/>
                <a:gd name="connsiteX8" fmla="*/ 0 w 3061489"/>
                <a:gd name="connsiteY8" fmla="*/ 2503630 h 4353737"/>
                <a:gd name="connsiteX0" fmla="*/ 0 w 3084349"/>
                <a:gd name="connsiteY0" fmla="*/ 2503630 h 4353737"/>
                <a:gd name="connsiteX1" fmla="*/ 370030 w 3084349"/>
                <a:gd name="connsiteY1" fmla="*/ 2133600 h 4353737"/>
                <a:gd name="connsiteX2" fmla="*/ 2836239 w 3084349"/>
                <a:gd name="connsiteY2" fmla="*/ 0 h 4353737"/>
                <a:gd name="connsiteX3" fmla="*/ 3084349 w 3084349"/>
                <a:gd name="connsiteY3" fmla="*/ 423370 h 4353737"/>
                <a:gd name="connsiteX4" fmla="*/ 3061489 w 3084349"/>
                <a:gd name="connsiteY4" fmla="*/ 3983707 h 4353737"/>
                <a:gd name="connsiteX5" fmla="*/ 2691459 w 3084349"/>
                <a:gd name="connsiteY5" fmla="*/ 4353737 h 4353737"/>
                <a:gd name="connsiteX6" fmla="*/ 370030 w 3084349"/>
                <a:gd name="connsiteY6" fmla="*/ 4353737 h 4353737"/>
                <a:gd name="connsiteX7" fmla="*/ 0 w 3084349"/>
                <a:gd name="connsiteY7" fmla="*/ 3983707 h 4353737"/>
                <a:gd name="connsiteX8" fmla="*/ 0 w 3084349"/>
                <a:gd name="connsiteY8" fmla="*/ 2503630 h 4353737"/>
                <a:gd name="connsiteX0" fmla="*/ 0 w 3084349"/>
                <a:gd name="connsiteY0" fmla="*/ 2503630 h 4353737"/>
                <a:gd name="connsiteX1" fmla="*/ 370030 w 3084349"/>
                <a:gd name="connsiteY1" fmla="*/ 2133600 h 4353737"/>
                <a:gd name="connsiteX2" fmla="*/ 2836239 w 3084349"/>
                <a:gd name="connsiteY2" fmla="*/ 0 h 4353737"/>
                <a:gd name="connsiteX3" fmla="*/ 3084349 w 3084349"/>
                <a:gd name="connsiteY3" fmla="*/ 423370 h 4353737"/>
                <a:gd name="connsiteX4" fmla="*/ 3061489 w 3084349"/>
                <a:gd name="connsiteY4" fmla="*/ 3983707 h 4353737"/>
                <a:gd name="connsiteX5" fmla="*/ 2691459 w 3084349"/>
                <a:gd name="connsiteY5" fmla="*/ 4353737 h 4353737"/>
                <a:gd name="connsiteX6" fmla="*/ 370030 w 3084349"/>
                <a:gd name="connsiteY6" fmla="*/ 4353737 h 4353737"/>
                <a:gd name="connsiteX7" fmla="*/ 0 w 3084349"/>
                <a:gd name="connsiteY7" fmla="*/ 3983707 h 4353737"/>
                <a:gd name="connsiteX8" fmla="*/ 0 w 3084349"/>
                <a:gd name="connsiteY8" fmla="*/ 2503630 h 4353737"/>
                <a:gd name="connsiteX0" fmla="*/ 0 w 3084349"/>
                <a:gd name="connsiteY0" fmla="*/ 2461720 h 4311827"/>
                <a:gd name="connsiteX1" fmla="*/ 370030 w 3084349"/>
                <a:gd name="connsiteY1" fmla="*/ 2091690 h 4311827"/>
                <a:gd name="connsiteX2" fmla="*/ 2775733 w 3084349"/>
                <a:gd name="connsiteY2" fmla="*/ 0 h 4311827"/>
                <a:gd name="connsiteX3" fmla="*/ 3084349 w 3084349"/>
                <a:gd name="connsiteY3" fmla="*/ 381460 h 4311827"/>
                <a:gd name="connsiteX4" fmla="*/ 3061489 w 3084349"/>
                <a:gd name="connsiteY4" fmla="*/ 3941797 h 4311827"/>
                <a:gd name="connsiteX5" fmla="*/ 2691459 w 3084349"/>
                <a:gd name="connsiteY5" fmla="*/ 4311827 h 4311827"/>
                <a:gd name="connsiteX6" fmla="*/ 370030 w 3084349"/>
                <a:gd name="connsiteY6" fmla="*/ 4311827 h 4311827"/>
                <a:gd name="connsiteX7" fmla="*/ 0 w 3084349"/>
                <a:gd name="connsiteY7" fmla="*/ 3941797 h 4311827"/>
                <a:gd name="connsiteX8" fmla="*/ 0 w 3084349"/>
                <a:gd name="connsiteY8" fmla="*/ 2461720 h 4311827"/>
                <a:gd name="connsiteX0" fmla="*/ 0 w 3084349"/>
                <a:gd name="connsiteY0" fmla="*/ 2488738 h 4338845"/>
                <a:gd name="connsiteX1" fmla="*/ 370030 w 3084349"/>
                <a:gd name="connsiteY1" fmla="*/ 2118708 h 4338845"/>
                <a:gd name="connsiteX2" fmla="*/ 2775733 w 3084349"/>
                <a:gd name="connsiteY2" fmla="*/ 27018 h 4338845"/>
                <a:gd name="connsiteX3" fmla="*/ 3084349 w 3084349"/>
                <a:gd name="connsiteY3" fmla="*/ 408478 h 4338845"/>
                <a:gd name="connsiteX4" fmla="*/ 3061489 w 3084349"/>
                <a:gd name="connsiteY4" fmla="*/ 3968815 h 4338845"/>
                <a:gd name="connsiteX5" fmla="*/ 2691459 w 3084349"/>
                <a:gd name="connsiteY5" fmla="*/ 4338845 h 4338845"/>
                <a:gd name="connsiteX6" fmla="*/ 370030 w 3084349"/>
                <a:gd name="connsiteY6" fmla="*/ 4338845 h 4338845"/>
                <a:gd name="connsiteX7" fmla="*/ 0 w 3084349"/>
                <a:gd name="connsiteY7" fmla="*/ 3968815 h 4338845"/>
                <a:gd name="connsiteX8" fmla="*/ 0 w 3084349"/>
                <a:gd name="connsiteY8" fmla="*/ 2488738 h 4338845"/>
                <a:gd name="connsiteX0" fmla="*/ 0 w 3084349"/>
                <a:gd name="connsiteY0" fmla="*/ 2512536 h 4362643"/>
                <a:gd name="connsiteX1" fmla="*/ 370030 w 3084349"/>
                <a:gd name="connsiteY1" fmla="*/ 2142506 h 4362643"/>
                <a:gd name="connsiteX2" fmla="*/ 2775733 w 3084349"/>
                <a:gd name="connsiteY2" fmla="*/ 50816 h 4362643"/>
                <a:gd name="connsiteX3" fmla="*/ 3084349 w 3084349"/>
                <a:gd name="connsiteY3" fmla="*/ 432276 h 4362643"/>
                <a:gd name="connsiteX4" fmla="*/ 3061489 w 3084349"/>
                <a:gd name="connsiteY4" fmla="*/ 3992613 h 4362643"/>
                <a:gd name="connsiteX5" fmla="*/ 2691459 w 3084349"/>
                <a:gd name="connsiteY5" fmla="*/ 4362643 h 4362643"/>
                <a:gd name="connsiteX6" fmla="*/ 370030 w 3084349"/>
                <a:gd name="connsiteY6" fmla="*/ 4362643 h 4362643"/>
                <a:gd name="connsiteX7" fmla="*/ 0 w 3084349"/>
                <a:gd name="connsiteY7" fmla="*/ 3992613 h 4362643"/>
                <a:gd name="connsiteX8" fmla="*/ 0 w 3084349"/>
                <a:gd name="connsiteY8" fmla="*/ 2512536 h 4362643"/>
                <a:gd name="connsiteX0" fmla="*/ 0 w 3084349"/>
                <a:gd name="connsiteY0" fmla="*/ 2512536 h 4362643"/>
                <a:gd name="connsiteX1" fmla="*/ 242648 w 3084349"/>
                <a:gd name="connsiteY1" fmla="*/ 2197742 h 4362643"/>
                <a:gd name="connsiteX2" fmla="*/ 2775733 w 3084349"/>
                <a:gd name="connsiteY2" fmla="*/ 50816 h 4362643"/>
                <a:gd name="connsiteX3" fmla="*/ 3084349 w 3084349"/>
                <a:gd name="connsiteY3" fmla="*/ 432276 h 4362643"/>
                <a:gd name="connsiteX4" fmla="*/ 3061489 w 3084349"/>
                <a:gd name="connsiteY4" fmla="*/ 3992613 h 4362643"/>
                <a:gd name="connsiteX5" fmla="*/ 2691459 w 3084349"/>
                <a:gd name="connsiteY5" fmla="*/ 4362643 h 4362643"/>
                <a:gd name="connsiteX6" fmla="*/ 370030 w 3084349"/>
                <a:gd name="connsiteY6" fmla="*/ 4362643 h 4362643"/>
                <a:gd name="connsiteX7" fmla="*/ 0 w 3084349"/>
                <a:gd name="connsiteY7" fmla="*/ 3992613 h 4362643"/>
                <a:gd name="connsiteX8" fmla="*/ 0 w 3084349"/>
                <a:gd name="connsiteY8" fmla="*/ 2512536 h 4362643"/>
                <a:gd name="connsiteX0" fmla="*/ 0 w 3084349"/>
                <a:gd name="connsiteY0" fmla="*/ 2512536 h 4362643"/>
                <a:gd name="connsiteX1" fmla="*/ 242648 w 3084349"/>
                <a:gd name="connsiteY1" fmla="*/ 2197742 h 4362643"/>
                <a:gd name="connsiteX2" fmla="*/ 2775733 w 3084349"/>
                <a:gd name="connsiteY2" fmla="*/ 50816 h 4362643"/>
                <a:gd name="connsiteX3" fmla="*/ 3084349 w 3084349"/>
                <a:gd name="connsiteY3" fmla="*/ 432276 h 4362643"/>
                <a:gd name="connsiteX4" fmla="*/ 3061489 w 3084349"/>
                <a:gd name="connsiteY4" fmla="*/ 3992613 h 4362643"/>
                <a:gd name="connsiteX5" fmla="*/ 2691459 w 3084349"/>
                <a:gd name="connsiteY5" fmla="*/ 4362643 h 4362643"/>
                <a:gd name="connsiteX6" fmla="*/ 370030 w 3084349"/>
                <a:gd name="connsiteY6" fmla="*/ 4362643 h 4362643"/>
                <a:gd name="connsiteX7" fmla="*/ 0 w 3084349"/>
                <a:gd name="connsiteY7" fmla="*/ 3992613 h 4362643"/>
                <a:gd name="connsiteX8" fmla="*/ 0 w 3084349"/>
                <a:gd name="connsiteY8" fmla="*/ 2512536 h 4362643"/>
                <a:gd name="connsiteX0" fmla="*/ 0 w 3084349"/>
                <a:gd name="connsiteY0" fmla="*/ 2545678 h 4362643"/>
                <a:gd name="connsiteX1" fmla="*/ 242648 w 3084349"/>
                <a:gd name="connsiteY1" fmla="*/ 2197742 h 4362643"/>
                <a:gd name="connsiteX2" fmla="*/ 2775733 w 3084349"/>
                <a:gd name="connsiteY2" fmla="*/ 50816 h 4362643"/>
                <a:gd name="connsiteX3" fmla="*/ 3084349 w 3084349"/>
                <a:gd name="connsiteY3" fmla="*/ 432276 h 4362643"/>
                <a:gd name="connsiteX4" fmla="*/ 3061489 w 3084349"/>
                <a:gd name="connsiteY4" fmla="*/ 3992613 h 4362643"/>
                <a:gd name="connsiteX5" fmla="*/ 2691459 w 3084349"/>
                <a:gd name="connsiteY5" fmla="*/ 4362643 h 4362643"/>
                <a:gd name="connsiteX6" fmla="*/ 370030 w 3084349"/>
                <a:gd name="connsiteY6" fmla="*/ 4362643 h 4362643"/>
                <a:gd name="connsiteX7" fmla="*/ 0 w 3084349"/>
                <a:gd name="connsiteY7" fmla="*/ 3992613 h 4362643"/>
                <a:gd name="connsiteX8" fmla="*/ 0 w 3084349"/>
                <a:gd name="connsiteY8" fmla="*/ 2545678 h 4362643"/>
                <a:gd name="connsiteX0" fmla="*/ 0 w 3084349"/>
                <a:gd name="connsiteY0" fmla="*/ 3209346 h 5026311"/>
                <a:gd name="connsiteX1" fmla="*/ 242648 w 3084349"/>
                <a:gd name="connsiteY1" fmla="*/ 2861410 h 5026311"/>
                <a:gd name="connsiteX2" fmla="*/ 2740703 w 3084349"/>
                <a:gd name="connsiteY2" fmla="*/ 21538 h 5026311"/>
                <a:gd name="connsiteX3" fmla="*/ 3084349 w 3084349"/>
                <a:gd name="connsiteY3" fmla="*/ 1095944 h 5026311"/>
                <a:gd name="connsiteX4" fmla="*/ 3061489 w 3084349"/>
                <a:gd name="connsiteY4" fmla="*/ 4656281 h 5026311"/>
                <a:gd name="connsiteX5" fmla="*/ 2691459 w 3084349"/>
                <a:gd name="connsiteY5" fmla="*/ 5026311 h 5026311"/>
                <a:gd name="connsiteX6" fmla="*/ 370030 w 3084349"/>
                <a:gd name="connsiteY6" fmla="*/ 5026311 h 5026311"/>
                <a:gd name="connsiteX7" fmla="*/ 0 w 3084349"/>
                <a:gd name="connsiteY7" fmla="*/ 4656281 h 5026311"/>
                <a:gd name="connsiteX8" fmla="*/ 0 w 3084349"/>
                <a:gd name="connsiteY8" fmla="*/ 3209346 h 5026311"/>
                <a:gd name="connsiteX0" fmla="*/ 3185 w 3084349"/>
                <a:gd name="connsiteY0" fmla="*/ 3469852 h 5026311"/>
                <a:gd name="connsiteX1" fmla="*/ 242648 w 3084349"/>
                <a:gd name="connsiteY1" fmla="*/ 2861410 h 5026311"/>
                <a:gd name="connsiteX2" fmla="*/ 2740703 w 3084349"/>
                <a:gd name="connsiteY2" fmla="*/ 21538 h 5026311"/>
                <a:gd name="connsiteX3" fmla="*/ 3084349 w 3084349"/>
                <a:gd name="connsiteY3" fmla="*/ 1095944 h 5026311"/>
                <a:gd name="connsiteX4" fmla="*/ 3061489 w 3084349"/>
                <a:gd name="connsiteY4" fmla="*/ 4656281 h 5026311"/>
                <a:gd name="connsiteX5" fmla="*/ 2691459 w 3084349"/>
                <a:gd name="connsiteY5" fmla="*/ 5026311 h 5026311"/>
                <a:gd name="connsiteX6" fmla="*/ 370030 w 3084349"/>
                <a:gd name="connsiteY6" fmla="*/ 5026311 h 5026311"/>
                <a:gd name="connsiteX7" fmla="*/ 0 w 3084349"/>
                <a:gd name="connsiteY7" fmla="*/ 4656281 h 5026311"/>
                <a:gd name="connsiteX8" fmla="*/ 3185 w 3084349"/>
                <a:gd name="connsiteY8" fmla="*/ 3469852 h 5026311"/>
                <a:gd name="connsiteX0" fmla="*/ 3185 w 3084349"/>
                <a:gd name="connsiteY0" fmla="*/ 3469852 h 5026311"/>
                <a:gd name="connsiteX1" fmla="*/ 255387 w 3084349"/>
                <a:gd name="connsiteY1" fmla="*/ 2960402 h 5026311"/>
                <a:gd name="connsiteX2" fmla="*/ 2740703 w 3084349"/>
                <a:gd name="connsiteY2" fmla="*/ 21538 h 5026311"/>
                <a:gd name="connsiteX3" fmla="*/ 3084349 w 3084349"/>
                <a:gd name="connsiteY3" fmla="*/ 1095944 h 5026311"/>
                <a:gd name="connsiteX4" fmla="*/ 3061489 w 3084349"/>
                <a:gd name="connsiteY4" fmla="*/ 4656281 h 5026311"/>
                <a:gd name="connsiteX5" fmla="*/ 2691459 w 3084349"/>
                <a:gd name="connsiteY5" fmla="*/ 5026311 h 5026311"/>
                <a:gd name="connsiteX6" fmla="*/ 370030 w 3084349"/>
                <a:gd name="connsiteY6" fmla="*/ 5026311 h 5026311"/>
                <a:gd name="connsiteX7" fmla="*/ 0 w 3084349"/>
                <a:gd name="connsiteY7" fmla="*/ 4656281 h 5026311"/>
                <a:gd name="connsiteX8" fmla="*/ 3185 w 3084349"/>
                <a:gd name="connsiteY8" fmla="*/ 3469852 h 5026311"/>
                <a:gd name="connsiteX0" fmla="*/ 306 w 3084654"/>
                <a:gd name="connsiteY0" fmla="*/ 3579264 h 5026311"/>
                <a:gd name="connsiteX1" fmla="*/ 255692 w 3084654"/>
                <a:gd name="connsiteY1" fmla="*/ 2960402 h 5026311"/>
                <a:gd name="connsiteX2" fmla="*/ 2741008 w 3084654"/>
                <a:gd name="connsiteY2" fmla="*/ 21538 h 5026311"/>
                <a:gd name="connsiteX3" fmla="*/ 3084654 w 3084654"/>
                <a:gd name="connsiteY3" fmla="*/ 1095944 h 5026311"/>
                <a:gd name="connsiteX4" fmla="*/ 3061794 w 3084654"/>
                <a:gd name="connsiteY4" fmla="*/ 4656281 h 5026311"/>
                <a:gd name="connsiteX5" fmla="*/ 2691764 w 3084654"/>
                <a:gd name="connsiteY5" fmla="*/ 5026311 h 5026311"/>
                <a:gd name="connsiteX6" fmla="*/ 370335 w 3084654"/>
                <a:gd name="connsiteY6" fmla="*/ 5026311 h 5026311"/>
                <a:gd name="connsiteX7" fmla="*/ 305 w 3084654"/>
                <a:gd name="connsiteY7" fmla="*/ 4656281 h 5026311"/>
                <a:gd name="connsiteX8" fmla="*/ 306 w 3084654"/>
                <a:gd name="connsiteY8" fmla="*/ 3579264 h 5026311"/>
                <a:gd name="connsiteX0" fmla="*/ 306 w 3084654"/>
                <a:gd name="connsiteY0" fmla="*/ 3254162 h 4701209"/>
                <a:gd name="connsiteX1" fmla="*/ 255692 w 3084654"/>
                <a:gd name="connsiteY1" fmla="*/ 2635300 h 4701209"/>
                <a:gd name="connsiteX2" fmla="*/ 2217954 w 3084654"/>
                <a:gd name="connsiteY2" fmla="*/ 29883 h 4701209"/>
                <a:gd name="connsiteX3" fmla="*/ 3084654 w 3084654"/>
                <a:gd name="connsiteY3" fmla="*/ 770842 h 4701209"/>
                <a:gd name="connsiteX4" fmla="*/ 3061794 w 3084654"/>
                <a:gd name="connsiteY4" fmla="*/ 4331179 h 4701209"/>
                <a:gd name="connsiteX5" fmla="*/ 2691764 w 3084654"/>
                <a:gd name="connsiteY5" fmla="*/ 4701209 h 4701209"/>
                <a:gd name="connsiteX6" fmla="*/ 370335 w 3084654"/>
                <a:gd name="connsiteY6" fmla="*/ 4701209 h 4701209"/>
                <a:gd name="connsiteX7" fmla="*/ 305 w 3084654"/>
                <a:gd name="connsiteY7" fmla="*/ 4331179 h 4701209"/>
                <a:gd name="connsiteX8" fmla="*/ 306 w 3084654"/>
                <a:gd name="connsiteY8" fmla="*/ 3254162 h 4701209"/>
                <a:gd name="connsiteX0" fmla="*/ 306 w 3084654"/>
                <a:gd name="connsiteY0" fmla="*/ 3421278 h 4868325"/>
                <a:gd name="connsiteX1" fmla="*/ 255692 w 3084654"/>
                <a:gd name="connsiteY1" fmla="*/ 2802416 h 4868325"/>
                <a:gd name="connsiteX2" fmla="*/ 2217954 w 3084654"/>
                <a:gd name="connsiteY2" fmla="*/ 196999 h 4868325"/>
                <a:gd name="connsiteX3" fmla="*/ 2547710 w 3084654"/>
                <a:gd name="connsiteY3" fmla="*/ 267790 h 4868325"/>
                <a:gd name="connsiteX4" fmla="*/ 3084654 w 3084654"/>
                <a:gd name="connsiteY4" fmla="*/ 937958 h 4868325"/>
                <a:gd name="connsiteX5" fmla="*/ 3061794 w 3084654"/>
                <a:gd name="connsiteY5" fmla="*/ 4498295 h 4868325"/>
                <a:gd name="connsiteX6" fmla="*/ 2691764 w 3084654"/>
                <a:gd name="connsiteY6" fmla="*/ 4868325 h 4868325"/>
                <a:gd name="connsiteX7" fmla="*/ 370335 w 3084654"/>
                <a:gd name="connsiteY7" fmla="*/ 4868325 h 4868325"/>
                <a:gd name="connsiteX8" fmla="*/ 305 w 3084654"/>
                <a:gd name="connsiteY8" fmla="*/ 4498295 h 4868325"/>
                <a:gd name="connsiteX9" fmla="*/ 306 w 3084654"/>
                <a:gd name="connsiteY9" fmla="*/ 3421278 h 4868325"/>
                <a:gd name="connsiteX0" fmla="*/ 306 w 3084654"/>
                <a:gd name="connsiteY0" fmla="*/ 3556046 h 5003093"/>
                <a:gd name="connsiteX1" fmla="*/ 255692 w 3084654"/>
                <a:gd name="connsiteY1" fmla="*/ 2937184 h 5003093"/>
                <a:gd name="connsiteX2" fmla="*/ 2217954 w 3084654"/>
                <a:gd name="connsiteY2" fmla="*/ 331767 h 5003093"/>
                <a:gd name="connsiteX3" fmla="*/ 2610591 w 3084654"/>
                <a:gd name="connsiteY3" fmla="*/ 89951 h 5003093"/>
                <a:gd name="connsiteX4" fmla="*/ 3084654 w 3084654"/>
                <a:gd name="connsiteY4" fmla="*/ 1072726 h 5003093"/>
                <a:gd name="connsiteX5" fmla="*/ 3061794 w 3084654"/>
                <a:gd name="connsiteY5" fmla="*/ 4633063 h 5003093"/>
                <a:gd name="connsiteX6" fmla="*/ 2691764 w 3084654"/>
                <a:gd name="connsiteY6" fmla="*/ 5003093 h 5003093"/>
                <a:gd name="connsiteX7" fmla="*/ 370335 w 3084654"/>
                <a:gd name="connsiteY7" fmla="*/ 5003093 h 5003093"/>
                <a:gd name="connsiteX8" fmla="*/ 305 w 3084654"/>
                <a:gd name="connsiteY8" fmla="*/ 4633063 h 5003093"/>
                <a:gd name="connsiteX9" fmla="*/ 306 w 3084654"/>
                <a:gd name="connsiteY9" fmla="*/ 3556046 h 5003093"/>
                <a:gd name="connsiteX0" fmla="*/ 306 w 3084654"/>
                <a:gd name="connsiteY0" fmla="*/ 3556046 h 5003093"/>
                <a:gd name="connsiteX1" fmla="*/ 255692 w 3084654"/>
                <a:gd name="connsiteY1" fmla="*/ 2937184 h 5003093"/>
                <a:gd name="connsiteX2" fmla="*/ 2217954 w 3084654"/>
                <a:gd name="connsiteY2" fmla="*/ 331767 h 5003093"/>
                <a:gd name="connsiteX3" fmla="*/ 2610591 w 3084654"/>
                <a:gd name="connsiteY3" fmla="*/ 89951 h 5003093"/>
                <a:gd name="connsiteX4" fmla="*/ 3022175 w 3084654"/>
                <a:gd name="connsiteY4" fmla="*/ 704747 h 5003093"/>
                <a:gd name="connsiteX5" fmla="*/ 3084654 w 3084654"/>
                <a:gd name="connsiteY5" fmla="*/ 1072726 h 5003093"/>
                <a:gd name="connsiteX6" fmla="*/ 3061794 w 3084654"/>
                <a:gd name="connsiteY6" fmla="*/ 4633063 h 5003093"/>
                <a:gd name="connsiteX7" fmla="*/ 2691764 w 3084654"/>
                <a:gd name="connsiteY7" fmla="*/ 5003093 h 5003093"/>
                <a:gd name="connsiteX8" fmla="*/ 370335 w 3084654"/>
                <a:gd name="connsiteY8" fmla="*/ 5003093 h 5003093"/>
                <a:gd name="connsiteX9" fmla="*/ 305 w 3084654"/>
                <a:gd name="connsiteY9" fmla="*/ 4633063 h 5003093"/>
                <a:gd name="connsiteX10" fmla="*/ 306 w 3084654"/>
                <a:gd name="connsiteY10" fmla="*/ 3556046 h 5003093"/>
                <a:gd name="connsiteX0" fmla="*/ 306 w 3084654"/>
                <a:gd name="connsiteY0" fmla="*/ 3505636 h 4952683"/>
                <a:gd name="connsiteX1" fmla="*/ 255692 w 3084654"/>
                <a:gd name="connsiteY1" fmla="*/ 2886774 h 4952683"/>
                <a:gd name="connsiteX2" fmla="*/ 2217954 w 3084654"/>
                <a:gd name="connsiteY2" fmla="*/ 281357 h 4952683"/>
                <a:gd name="connsiteX3" fmla="*/ 2493404 w 3084654"/>
                <a:gd name="connsiteY3" fmla="*/ 128112 h 4952683"/>
                <a:gd name="connsiteX4" fmla="*/ 3022175 w 3084654"/>
                <a:gd name="connsiteY4" fmla="*/ 654337 h 4952683"/>
                <a:gd name="connsiteX5" fmla="*/ 3084654 w 3084654"/>
                <a:gd name="connsiteY5" fmla="*/ 1022316 h 4952683"/>
                <a:gd name="connsiteX6" fmla="*/ 3061794 w 3084654"/>
                <a:gd name="connsiteY6" fmla="*/ 4582653 h 4952683"/>
                <a:gd name="connsiteX7" fmla="*/ 2691764 w 3084654"/>
                <a:gd name="connsiteY7" fmla="*/ 4952683 h 4952683"/>
                <a:gd name="connsiteX8" fmla="*/ 370335 w 3084654"/>
                <a:gd name="connsiteY8" fmla="*/ 4952683 h 4952683"/>
                <a:gd name="connsiteX9" fmla="*/ 305 w 3084654"/>
                <a:gd name="connsiteY9" fmla="*/ 4582653 h 4952683"/>
                <a:gd name="connsiteX10" fmla="*/ 306 w 3084654"/>
                <a:gd name="connsiteY10" fmla="*/ 3505636 h 4952683"/>
                <a:gd name="connsiteX0" fmla="*/ 306 w 3084654"/>
                <a:gd name="connsiteY0" fmla="*/ 3463239 h 4910286"/>
                <a:gd name="connsiteX1" fmla="*/ 255692 w 3084654"/>
                <a:gd name="connsiteY1" fmla="*/ 2844377 h 4910286"/>
                <a:gd name="connsiteX2" fmla="*/ 2217954 w 3084654"/>
                <a:gd name="connsiteY2" fmla="*/ 238960 h 4910286"/>
                <a:gd name="connsiteX3" fmla="*/ 2493404 w 3084654"/>
                <a:gd name="connsiteY3" fmla="*/ 85715 h 4910286"/>
                <a:gd name="connsiteX4" fmla="*/ 3022175 w 3084654"/>
                <a:gd name="connsiteY4" fmla="*/ 611940 h 4910286"/>
                <a:gd name="connsiteX5" fmla="*/ 3084654 w 3084654"/>
                <a:gd name="connsiteY5" fmla="*/ 979919 h 4910286"/>
                <a:gd name="connsiteX6" fmla="*/ 3061794 w 3084654"/>
                <a:gd name="connsiteY6" fmla="*/ 4540256 h 4910286"/>
                <a:gd name="connsiteX7" fmla="*/ 2691764 w 3084654"/>
                <a:gd name="connsiteY7" fmla="*/ 4910286 h 4910286"/>
                <a:gd name="connsiteX8" fmla="*/ 370335 w 3084654"/>
                <a:gd name="connsiteY8" fmla="*/ 4910286 h 4910286"/>
                <a:gd name="connsiteX9" fmla="*/ 305 w 3084654"/>
                <a:gd name="connsiteY9" fmla="*/ 4540256 h 4910286"/>
                <a:gd name="connsiteX10" fmla="*/ 306 w 3084654"/>
                <a:gd name="connsiteY10" fmla="*/ 3463239 h 4910286"/>
                <a:gd name="connsiteX0" fmla="*/ 306 w 3084654"/>
                <a:gd name="connsiteY0" fmla="*/ 3377689 h 4824736"/>
                <a:gd name="connsiteX1" fmla="*/ 255692 w 3084654"/>
                <a:gd name="connsiteY1" fmla="*/ 2758827 h 4824736"/>
                <a:gd name="connsiteX2" fmla="*/ 2217954 w 3084654"/>
                <a:gd name="connsiteY2" fmla="*/ 153410 h 4824736"/>
                <a:gd name="connsiteX3" fmla="*/ 2493404 w 3084654"/>
                <a:gd name="connsiteY3" fmla="*/ 165 h 4824736"/>
                <a:gd name="connsiteX4" fmla="*/ 3022175 w 3084654"/>
                <a:gd name="connsiteY4" fmla="*/ 526390 h 4824736"/>
                <a:gd name="connsiteX5" fmla="*/ 3084654 w 3084654"/>
                <a:gd name="connsiteY5" fmla="*/ 894369 h 4824736"/>
                <a:gd name="connsiteX6" fmla="*/ 3061794 w 3084654"/>
                <a:gd name="connsiteY6" fmla="*/ 4454706 h 4824736"/>
                <a:gd name="connsiteX7" fmla="*/ 2691764 w 3084654"/>
                <a:gd name="connsiteY7" fmla="*/ 4824736 h 4824736"/>
                <a:gd name="connsiteX8" fmla="*/ 370335 w 3084654"/>
                <a:gd name="connsiteY8" fmla="*/ 4824736 h 4824736"/>
                <a:gd name="connsiteX9" fmla="*/ 305 w 3084654"/>
                <a:gd name="connsiteY9" fmla="*/ 4454706 h 4824736"/>
                <a:gd name="connsiteX10" fmla="*/ 306 w 3084654"/>
                <a:gd name="connsiteY10" fmla="*/ 3377689 h 4824736"/>
                <a:gd name="connsiteX0" fmla="*/ 306 w 3084654"/>
                <a:gd name="connsiteY0" fmla="*/ 3390464 h 4837511"/>
                <a:gd name="connsiteX1" fmla="*/ 255692 w 3084654"/>
                <a:gd name="connsiteY1" fmla="*/ 2771602 h 4837511"/>
                <a:gd name="connsiteX2" fmla="*/ 2217954 w 3084654"/>
                <a:gd name="connsiteY2" fmla="*/ 166185 h 4837511"/>
                <a:gd name="connsiteX3" fmla="*/ 2493404 w 3084654"/>
                <a:gd name="connsiteY3" fmla="*/ 12940 h 4837511"/>
                <a:gd name="connsiteX4" fmla="*/ 3015030 w 3084654"/>
                <a:gd name="connsiteY4" fmla="*/ 75465 h 4837511"/>
                <a:gd name="connsiteX5" fmla="*/ 3084654 w 3084654"/>
                <a:gd name="connsiteY5" fmla="*/ 907144 h 4837511"/>
                <a:gd name="connsiteX6" fmla="*/ 3061794 w 3084654"/>
                <a:gd name="connsiteY6" fmla="*/ 4467481 h 4837511"/>
                <a:gd name="connsiteX7" fmla="*/ 2691764 w 3084654"/>
                <a:gd name="connsiteY7" fmla="*/ 4837511 h 4837511"/>
                <a:gd name="connsiteX8" fmla="*/ 370335 w 3084654"/>
                <a:gd name="connsiteY8" fmla="*/ 4837511 h 4837511"/>
                <a:gd name="connsiteX9" fmla="*/ 305 w 3084654"/>
                <a:gd name="connsiteY9" fmla="*/ 4467481 h 4837511"/>
                <a:gd name="connsiteX10" fmla="*/ 306 w 3084654"/>
                <a:gd name="connsiteY10" fmla="*/ 3390464 h 4837511"/>
                <a:gd name="connsiteX0" fmla="*/ 306 w 3084654"/>
                <a:gd name="connsiteY0" fmla="*/ 3377689 h 4824736"/>
                <a:gd name="connsiteX1" fmla="*/ 255692 w 3084654"/>
                <a:gd name="connsiteY1" fmla="*/ 2758827 h 4824736"/>
                <a:gd name="connsiteX2" fmla="*/ 2217954 w 3084654"/>
                <a:gd name="connsiteY2" fmla="*/ 153410 h 4824736"/>
                <a:gd name="connsiteX3" fmla="*/ 2493404 w 3084654"/>
                <a:gd name="connsiteY3" fmla="*/ 165 h 4824736"/>
                <a:gd name="connsiteX4" fmla="*/ 3015030 w 3084654"/>
                <a:gd name="connsiteY4" fmla="*/ 62690 h 4824736"/>
                <a:gd name="connsiteX5" fmla="*/ 3084654 w 3084654"/>
                <a:gd name="connsiteY5" fmla="*/ 894369 h 4824736"/>
                <a:gd name="connsiteX6" fmla="*/ 3061794 w 3084654"/>
                <a:gd name="connsiteY6" fmla="*/ 4454706 h 4824736"/>
                <a:gd name="connsiteX7" fmla="*/ 2691764 w 3084654"/>
                <a:gd name="connsiteY7" fmla="*/ 4824736 h 4824736"/>
                <a:gd name="connsiteX8" fmla="*/ 370335 w 3084654"/>
                <a:gd name="connsiteY8" fmla="*/ 4824736 h 4824736"/>
                <a:gd name="connsiteX9" fmla="*/ 305 w 3084654"/>
                <a:gd name="connsiteY9" fmla="*/ 4454706 h 4824736"/>
                <a:gd name="connsiteX10" fmla="*/ 306 w 3084654"/>
                <a:gd name="connsiteY10" fmla="*/ 3377689 h 4824736"/>
                <a:gd name="connsiteX0" fmla="*/ 306 w 3084654"/>
                <a:gd name="connsiteY0" fmla="*/ 3380126 h 4827173"/>
                <a:gd name="connsiteX1" fmla="*/ 255692 w 3084654"/>
                <a:gd name="connsiteY1" fmla="*/ 2761264 h 4827173"/>
                <a:gd name="connsiteX2" fmla="*/ 2217954 w 3084654"/>
                <a:gd name="connsiteY2" fmla="*/ 155847 h 4827173"/>
                <a:gd name="connsiteX3" fmla="*/ 2493404 w 3084654"/>
                <a:gd name="connsiteY3" fmla="*/ 2602 h 4827173"/>
                <a:gd name="connsiteX4" fmla="*/ 2946432 w 3084654"/>
                <a:gd name="connsiteY4" fmla="*/ 0 h 4827173"/>
                <a:gd name="connsiteX5" fmla="*/ 3084654 w 3084654"/>
                <a:gd name="connsiteY5" fmla="*/ 896806 h 4827173"/>
                <a:gd name="connsiteX6" fmla="*/ 3061794 w 3084654"/>
                <a:gd name="connsiteY6" fmla="*/ 4457143 h 4827173"/>
                <a:gd name="connsiteX7" fmla="*/ 2691764 w 3084654"/>
                <a:gd name="connsiteY7" fmla="*/ 4827173 h 4827173"/>
                <a:gd name="connsiteX8" fmla="*/ 370335 w 3084654"/>
                <a:gd name="connsiteY8" fmla="*/ 4827173 h 4827173"/>
                <a:gd name="connsiteX9" fmla="*/ 305 w 3084654"/>
                <a:gd name="connsiteY9" fmla="*/ 4457143 h 4827173"/>
                <a:gd name="connsiteX10" fmla="*/ 306 w 3084654"/>
                <a:gd name="connsiteY10" fmla="*/ 3380126 h 4827173"/>
                <a:gd name="connsiteX0" fmla="*/ 306 w 3081796"/>
                <a:gd name="connsiteY0" fmla="*/ 3494549 h 4941596"/>
                <a:gd name="connsiteX1" fmla="*/ 255692 w 3081796"/>
                <a:gd name="connsiteY1" fmla="*/ 2875687 h 4941596"/>
                <a:gd name="connsiteX2" fmla="*/ 2217954 w 3081796"/>
                <a:gd name="connsiteY2" fmla="*/ 270270 h 4941596"/>
                <a:gd name="connsiteX3" fmla="*/ 2493404 w 3081796"/>
                <a:gd name="connsiteY3" fmla="*/ 117025 h 4941596"/>
                <a:gd name="connsiteX4" fmla="*/ 2946432 w 3081796"/>
                <a:gd name="connsiteY4" fmla="*/ 114423 h 4941596"/>
                <a:gd name="connsiteX5" fmla="*/ 3081796 w 3081796"/>
                <a:gd name="connsiteY5" fmla="*/ 305258 h 4941596"/>
                <a:gd name="connsiteX6" fmla="*/ 3061794 w 3081796"/>
                <a:gd name="connsiteY6" fmla="*/ 4571566 h 4941596"/>
                <a:gd name="connsiteX7" fmla="*/ 2691764 w 3081796"/>
                <a:gd name="connsiteY7" fmla="*/ 4941596 h 4941596"/>
                <a:gd name="connsiteX8" fmla="*/ 370335 w 3081796"/>
                <a:gd name="connsiteY8" fmla="*/ 4941596 h 4941596"/>
                <a:gd name="connsiteX9" fmla="*/ 305 w 3081796"/>
                <a:gd name="connsiteY9" fmla="*/ 4571566 h 4941596"/>
                <a:gd name="connsiteX10" fmla="*/ 306 w 3081796"/>
                <a:gd name="connsiteY10" fmla="*/ 3494549 h 4941596"/>
                <a:gd name="connsiteX0" fmla="*/ 306 w 3081796"/>
                <a:gd name="connsiteY0" fmla="*/ 3380126 h 4827173"/>
                <a:gd name="connsiteX1" fmla="*/ 255692 w 3081796"/>
                <a:gd name="connsiteY1" fmla="*/ 2761264 h 4827173"/>
                <a:gd name="connsiteX2" fmla="*/ 2217954 w 3081796"/>
                <a:gd name="connsiteY2" fmla="*/ 155847 h 4827173"/>
                <a:gd name="connsiteX3" fmla="*/ 2493404 w 3081796"/>
                <a:gd name="connsiteY3" fmla="*/ 2602 h 4827173"/>
                <a:gd name="connsiteX4" fmla="*/ 2946432 w 3081796"/>
                <a:gd name="connsiteY4" fmla="*/ 0 h 4827173"/>
                <a:gd name="connsiteX5" fmla="*/ 3081796 w 3081796"/>
                <a:gd name="connsiteY5" fmla="*/ 190835 h 4827173"/>
                <a:gd name="connsiteX6" fmla="*/ 3061794 w 3081796"/>
                <a:gd name="connsiteY6" fmla="*/ 4457143 h 4827173"/>
                <a:gd name="connsiteX7" fmla="*/ 2691764 w 3081796"/>
                <a:gd name="connsiteY7" fmla="*/ 4827173 h 4827173"/>
                <a:gd name="connsiteX8" fmla="*/ 370335 w 3081796"/>
                <a:gd name="connsiteY8" fmla="*/ 4827173 h 4827173"/>
                <a:gd name="connsiteX9" fmla="*/ 305 w 3081796"/>
                <a:gd name="connsiteY9" fmla="*/ 4457143 h 4827173"/>
                <a:gd name="connsiteX10" fmla="*/ 306 w 3081796"/>
                <a:gd name="connsiteY10" fmla="*/ 3380126 h 4827173"/>
                <a:gd name="connsiteX0" fmla="*/ 306 w 3081796"/>
                <a:gd name="connsiteY0" fmla="*/ 3380126 h 4827173"/>
                <a:gd name="connsiteX1" fmla="*/ 255692 w 3081796"/>
                <a:gd name="connsiteY1" fmla="*/ 2761264 h 4827173"/>
                <a:gd name="connsiteX2" fmla="*/ 2217954 w 3081796"/>
                <a:gd name="connsiteY2" fmla="*/ 155847 h 4827173"/>
                <a:gd name="connsiteX3" fmla="*/ 2493404 w 3081796"/>
                <a:gd name="connsiteY3" fmla="*/ 2602 h 4827173"/>
                <a:gd name="connsiteX4" fmla="*/ 2946432 w 3081796"/>
                <a:gd name="connsiteY4" fmla="*/ 0 h 4827173"/>
                <a:gd name="connsiteX5" fmla="*/ 3081796 w 3081796"/>
                <a:gd name="connsiteY5" fmla="*/ 354954 h 4827173"/>
                <a:gd name="connsiteX6" fmla="*/ 3061794 w 3081796"/>
                <a:gd name="connsiteY6" fmla="*/ 4457143 h 4827173"/>
                <a:gd name="connsiteX7" fmla="*/ 2691764 w 3081796"/>
                <a:gd name="connsiteY7" fmla="*/ 4827173 h 4827173"/>
                <a:gd name="connsiteX8" fmla="*/ 370335 w 3081796"/>
                <a:gd name="connsiteY8" fmla="*/ 4827173 h 4827173"/>
                <a:gd name="connsiteX9" fmla="*/ 305 w 3081796"/>
                <a:gd name="connsiteY9" fmla="*/ 4457143 h 4827173"/>
                <a:gd name="connsiteX10" fmla="*/ 306 w 3081796"/>
                <a:gd name="connsiteY10" fmla="*/ 3380126 h 4827173"/>
                <a:gd name="connsiteX0" fmla="*/ 306 w 3081796"/>
                <a:gd name="connsiteY0" fmla="*/ 3380126 h 4827173"/>
                <a:gd name="connsiteX1" fmla="*/ 255692 w 3081796"/>
                <a:gd name="connsiteY1" fmla="*/ 2761264 h 4827173"/>
                <a:gd name="connsiteX2" fmla="*/ 2217954 w 3081796"/>
                <a:gd name="connsiteY2" fmla="*/ 155847 h 4827173"/>
                <a:gd name="connsiteX3" fmla="*/ 2493404 w 3081796"/>
                <a:gd name="connsiteY3" fmla="*/ 2602 h 4827173"/>
                <a:gd name="connsiteX4" fmla="*/ 2946432 w 3081796"/>
                <a:gd name="connsiteY4" fmla="*/ 0 h 4827173"/>
                <a:gd name="connsiteX5" fmla="*/ 3081796 w 3081796"/>
                <a:gd name="connsiteY5" fmla="*/ 354954 h 4827173"/>
                <a:gd name="connsiteX6" fmla="*/ 3061794 w 3081796"/>
                <a:gd name="connsiteY6" fmla="*/ 4457143 h 4827173"/>
                <a:gd name="connsiteX7" fmla="*/ 2691764 w 3081796"/>
                <a:gd name="connsiteY7" fmla="*/ 4827173 h 4827173"/>
                <a:gd name="connsiteX8" fmla="*/ 370335 w 3081796"/>
                <a:gd name="connsiteY8" fmla="*/ 4827173 h 4827173"/>
                <a:gd name="connsiteX9" fmla="*/ 305 w 3081796"/>
                <a:gd name="connsiteY9" fmla="*/ 4457143 h 4827173"/>
                <a:gd name="connsiteX10" fmla="*/ 306 w 3081796"/>
                <a:gd name="connsiteY10" fmla="*/ 3380126 h 4827173"/>
                <a:gd name="connsiteX0" fmla="*/ 306 w 3081796"/>
                <a:gd name="connsiteY0" fmla="*/ 3380126 h 4827173"/>
                <a:gd name="connsiteX1" fmla="*/ 255692 w 3081796"/>
                <a:gd name="connsiteY1" fmla="*/ 2761264 h 4827173"/>
                <a:gd name="connsiteX2" fmla="*/ 2217954 w 3081796"/>
                <a:gd name="connsiteY2" fmla="*/ 155847 h 4827173"/>
                <a:gd name="connsiteX3" fmla="*/ 2493404 w 3081796"/>
                <a:gd name="connsiteY3" fmla="*/ 2602 h 4827173"/>
                <a:gd name="connsiteX4" fmla="*/ 2933570 w 3081796"/>
                <a:gd name="connsiteY4" fmla="*/ 0 h 4827173"/>
                <a:gd name="connsiteX5" fmla="*/ 3081796 w 3081796"/>
                <a:gd name="connsiteY5" fmla="*/ 354954 h 4827173"/>
                <a:gd name="connsiteX6" fmla="*/ 3061794 w 3081796"/>
                <a:gd name="connsiteY6" fmla="*/ 4457143 h 4827173"/>
                <a:gd name="connsiteX7" fmla="*/ 2691764 w 3081796"/>
                <a:gd name="connsiteY7" fmla="*/ 4827173 h 4827173"/>
                <a:gd name="connsiteX8" fmla="*/ 370335 w 3081796"/>
                <a:gd name="connsiteY8" fmla="*/ 4827173 h 4827173"/>
                <a:gd name="connsiteX9" fmla="*/ 305 w 3081796"/>
                <a:gd name="connsiteY9" fmla="*/ 4457143 h 4827173"/>
                <a:gd name="connsiteX10" fmla="*/ 306 w 3081796"/>
                <a:gd name="connsiteY10" fmla="*/ 3380126 h 4827173"/>
                <a:gd name="connsiteX0" fmla="*/ 306 w 3081796"/>
                <a:gd name="connsiteY0" fmla="*/ 3380126 h 4827173"/>
                <a:gd name="connsiteX1" fmla="*/ 255692 w 3081796"/>
                <a:gd name="connsiteY1" fmla="*/ 2761264 h 4827173"/>
                <a:gd name="connsiteX2" fmla="*/ 2217954 w 3081796"/>
                <a:gd name="connsiteY2" fmla="*/ 155847 h 4827173"/>
                <a:gd name="connsiteX3" fmla="*/ 2493404 w 3081796"/>
                <a:gd name="connsiteY3" fmla="*/ 2602 h 4827173"/>
                <a:gd name="connsiteX4" fmla="*/ 2933570 w 3081796"/>
                <a:gd name="connsiteY4" fmla="*/ 0 h 4827173"/>
                <a:gd name="connsiteX5" fmla="*/ 3081796 w 3081796"/>
                <a:gd name="connsiteY5" fmla="*/ 354954 h 4827173"/>
                <a:gd name="connsiteX6" fmla="*/ 3061794 w 3081796"/>
                <a:gd name="connsiteY6" fmla="*/ 4457143 h 4827173"/>
                <a:gd name="connsiteX7" fmla="*/ 2691764 w 3081796"/>
                <a:gd name="connsiteY7" fmla="*/ 4827173 h 4827173"/>
                <a:gd name="connsiteX8" fmla="*/ 370335 w 3081796"/>
                <a:gd name="connsiteY8" fmla="*/ 4827173 h 4827173"/>
                <a:gd name="connsiteX9" fmla="*/ 305 w 3081796"/>
                <a:gd name="connsiteY9" fmla="*/ 4457143 h 4827173"/>
                <a:gd name="connsiteX10" fmla="*/ 306 w 3081796"/>
                <a:gd name="connsiteY10" fmla="*/ 3380126 h 4827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1796" h="4827173">
                  <a:moveTo>
                    <a:pt x="306" y="3380126"/>
                  </a:moveTo>
                  <a:cubicBezTo>
                    <a:pt x="306" y="3175764"/>
                    <a:pt x="137313" y="2860688"/>
                    <a:pt x="255692" y="2761264"/>
                  </a:cubicBezTo>
                  <a:lnTo>
                    <a:pt x="2217954" y="155847"/>
                  </a:lnTo>
                  <a:cubicBezTo>
                    <a:pt x="2278407" y="56436"/>
                    <a:pt x="2383253" y="-1058"/>
                    <a:pt x="2493404" y="2602"/>
                  </a:cubicBezTo>
                  <a:lnTo>
                    <a:pt x="2933570" y="0"/>
                  </a:lnTo>
                  <a:cubicBezTo>
                    <a:pt x="3011150" y="2282"/>
                    <a:pt x="3079480" y="210827"/>
                    <a:pt x="3081796" y="354954"/>
                  </a:cubicBezTo>
                  <a:cubicBezTo>
                    <a:pt x="3075129" y="1777057"/>
                    <a:pt x="3068461" y="3035040"/>
                    <a:pt x="3061794" y="4457143"/>
                  </a:cubicBezTo>
                  <a:cubicBezTo>
                    <a:pt x="3061794" y="4661505"/>
                    <a:pt x="2896126" y="4827173"/>
                    <a:pt x="2691764" y="4827173"/>
                  </a:cubicBezTo>
                  <a:lnTo>
                    <a:pt x="370335" y="4827173"/>
                  </a:lnTo>
                  <a:cubicBezTo>
                    <a:pt x="165973" y="4827173"/>
                    <a:pt x="305" y="4661505"/>
                    <a:pt x="305" y="4457143"/>
                  </a:cubicBezTo>
                  <a:cubicBezTo>
                    <a:pt x="1367" y="4061667"/>
                    <a:pt x="-756" y="3775602"/>
                    <a:pt x="306" y="3380126"/>
                  </a:cubicBezTo>
                  <a:close/>
                </a:path>
              </a:pathLst>
            </a:custGeom>
            <a:solidFill>
              <a:srgbClr val="84E291">
                <a:alpha val="25098"/>
              </a:srgb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area 5">
              <a:extLst>
                <a:ext uri="{FF2B5EF4-FFF2-40B4-BE49-F238E27FC236}">
                  <a16:creationId xmlns:a16="http://schemas.microsoft.com/office/drawing/2014/main" id="{98884890-1319-ECFD-A1E1-207EB8921132}"/>
                </a:ext>
              </a:extLst>
            </p:cNvPr>
            <p:cNvSpPr/>
            <p:nvPr/>
          </p:nvSpPr>
          <p:spPr>
            <a:xfrm>
              <a:off x="4137972" y="1737306"/>
              <a:ext cx="3061489" cy="1913278"/>
            </a:xfrm>
            <a:prstGeom prst="roundRect">
              <a:avLst/>
            </a:prstGeom>
            <a:solidFill>
              <a:srgbClr val="84E291">
                <a:alpha val="25098"/>
              </a:srgb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area 4">
              <a:extLst>
                <a:ext uri="{FF2B5EF4-FFF2-40B4-BE49-F238E27FC236}">
                  <a16:creationId xmlns:a16="http://schemas.microsoft.com/office/drawing/2014/main" id="{BC17CDC5-539D-7B59-D2D7-1A24E4E14795}"/>
                </a:ext>
              </a:extLst>
            </p:cNvPr>
            <p:cNvSpPr/>
            <p:nvPr/>
          </p:nvSpPr>
          <p:spPr>
            <a:xfrm>
              <a:off x="49659" y="16290"/>
              <a:ext cx="3862181" cy="3630555"/>
            </a:xfrm>
            <a:prstGeom prst="roundRect">
              <a:avLst/>
            </a:prstGeom>
            <a:solidFill>
              <a:srgbClr val="84E291">
                <a:alpha val="25098"/>
              </a:srgb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area 3">
              <a:extLst>
                <a:ext uri="{FF2B5EF4-FFF2-40B4-BE49-F238E27FC236}">
                  <a16:creationId xmlns:a16="http://schemas.microsoft.com/office/drawing/2014/main" id="{D60E9376-40F8-85CF-B5FF-F7834D7D0ABE}"/>
                </a:ext>
              </a:extLst>
            </p:cNvPr>
            <p:cNvSpPr/>
            <p:nvPr/>
          </p:nvSpPr>
          <p:spPr>
            <a:xfrm>
              <a:off x="8270844" y="1652011"/>
              <a:ext cx="3690108" cy="4189221"/>
            </a:xfrm>
            <a:custGeom>
              <a:avLst/>
              <a:gdLst>
                <a:gd name="connsiteX0" fmla="*/ 0 w 3061489"/>
                <a:gd name="connsiteY0" fmla="*/ 370030 h 2220137"/>
                <a:gd name="connsiteX1" fmla="*/ 370030 w 3061489"/>
                <a:gd name="connsiteY1" fmla="*/ 0 h 2220137"/>
                <a:gd name="connsiteX2" fmla="*/ 2691459 w 3061489"/>
                <a:gd name="connsiteY2" fmla="*/ 0 h 2220137"/>
                <a:gd name="connsiteX3" fmla="*/ 3061489 w 3061489"/>
                <a:gd name="connsiteY3" fmla="*/ 370030 h 2220137"/>
                <a:gd name="connsiteX4" fmla="*/ 3061489 w 3061489"/>
                <a:gd name="connsiteY4" fmla="*/ 1850107 h 2220137"/>
                <a:gd name="connsiteX5" fmla="*/ 2691459 w 3061489"/>
                <a:gd name="connsiteY5" fmla="*/ 2220137 h 2220137"/>
                <a:gd name="connsiteX6" fmla="*/ 370030 w 3061489"/>
                <a:gd name="connsiteY6" fmla="*/ 2220137 h 2220137"/>
                <a:gd name="connsiteX7" fmla="*/ 0 w 3061489"/>
                <a:gd name="connsiteY7" fmla="*/ 1850107 h 2220137"/>
                <a:gd name="connsiteX8" fmla="*/ 0 w 3061489"/>
                <a:gd name="connsiteY8" fmla="*/ 370030 h 2220137"/>
                <a:gd name="connsiteX0" fmla="*/ 0 w 3061489"/>
                <a:gd name="connsiteY0" fmla="*/ 2503630 h 4353737"/>
                <a:gd name="connsiteX1" fmla="*/ 370030 w 3061489"/>
                <a:gd name="connsiteY1" fmla="*/ 2133600 h 4353737"/>
                <a:gd name="connsiteX2" fmla="*/ 2836239 w 3061489"/>
                <a:gd name="connsiteY2" fmla="*/ 0 h 4353737"/>
                <a:gd name="connsiteX3" fmla="*/ 3061489 w 3061489"/>
                <a:gd name="connsiteY3" fmla="*/ 2503630 h 4353737"/>
                <a:gd name="connsiteX4" fmla="*/ 3061489 w 3061489"/>
                <a:gd name="connsiteY4" fmla="*/ 3983707 h 4353737"/>
                <a:gd name="connsiteX5" fmla="*/ 2691459 w 3061489"/>
                <a:gd name="connsiteY5" fmla="*/ 4353737 h 4353737"/>
                <a:gd name="connsiteX6" fmla="*/ 370030 w 3061489"/>
                <a:gd name="connsiteY6" fmla="*/ 4353737 h 4353737"/>
                <a:gd name="connsiteX7" fmla="*/ 0 w 3061489"/>
                <a:gd name="connsiteY7" fmla="*/ 3983707 h 4353737"/>
                <a:gd name="connsiteX8" fmla="*/ 0 w 3061489"/>
                <a:gd name="connsiteY8" fmla="*/ 2503630 h 4353737"/>
                <a:gd name="connsiteX0" fmla="*/ 0 w 3084349"/>
                <a:gd name="connsiteY0" fmla="*/ 2503630 h 4353737"/>
                <a:gd name="connsiteX1" fmla="*/ 370030 w 3084349"/>
                <a:gd name="connsiteY1" fmla="*/ 2133600 h 4353737"/>
                <a:gd name="connsiteX2" fmla="*/ 2836239 w 3084349"/>
                <a:gd name="connsiteY2" fmla="*/ 0 h 4353737"/>
                <a:gd name="connsiteX3" fmla="*/ 3084349 w 3084349"/>
                <a:gd name="connsiteY3" fmla="*/ 423370 h 4353737"/>
                <a:gd name="connsiteX4" fmla="*/ 3061489 w 3084349"/>
                <a:gd name="connsiteY4" fmla="*/ 3983707 h 4353737"/>
                <a:gd name="connsiteX5" fmla="*/ 2691459 w 3084349"/>
                <a:gd name="connsiteY5" fmla="*/ 4353737 h 4353737"/>
                <a:gd name="connsiteX6" fmla="*/ 370030 w 3084349"/>
                <a:gd name="connsiteY6" fmla="*/ 4353737 h 4353737"/>
                <a:gd name="connsiteX7" fmla="*/ 0 w 3084349"/>
                <a:gd name="connsiteY7" fmla="*/ 3983707 h 4353737"/>
                <a:gd name="connsiteX8" fmla="*/ 0 w 3084349"/>
                <a:gd name="connsiteY8" fmla="*/ 2503630 h 4353737"/>
                <a:gd name="connsiteX0" fmla="*/ 0 w 3084349"/>
                <a:gd name="connsiteY0" fmla="*/ 2503630 h 4353737"/>
                <a:gd name="connsiteX1" fmla="*/ 370030 w 3084349"/>
                <a:gd name="connsiteY1" fmla="*/ 2133600 h 4353737"/>
                <a:gd name="connsiteX2" fmla="*/ 2836239 w 3084349"/>
                <a:gd name="connsiteY2" fmla="*/ 0 h 4353737"/>
                <a:gd name="connsiteX3" fmla="*/ 3084349 w 3084349"/>
                <a:gd name="connsiteY3" fmla="*/ 423370 h 4353737"/>
                <a:gd name="connsiteX4" fmla="*/ 3061489 w 3084349"/>
                <a:gd name="connsiteY4" fmla="*/ 3983707 h 4353737"/>
                <a:gd name="connsiteX5" fmla="*/ 2691459 w 3084349"/>
                <a:gd name="connsiteY5" fmla="*/ 4353737 h 4353737"/>
                <a:gd name="connsiteX6" fmla="*/ 370030 w 3084349"/>
                <a:gd name="connsiteY6" fmla="*/ 4353737 h 4353737"/>
                <a:gd name="connsiteX7" fmla="*/ 0 w 3084349"/>
                <a:gd name="connsiteY7" fmla="*/ 3983707 h 4353737"/>
                <a:gd name="connsiteX8" fmla="*/ 0 w 3084349"/>
                <a:gd name="connsiteY8" fmla="*/ 2503630 h 4353737"/>
                <a:gd name="connsiteX0" fmla="*/ 0 w 3084349"/>
                <a:gd name="connsiteY0" fmla="*/ 2461720 h 4311827"/>
                <a:gd name="connsiteX1" fmla="*/ 370030 w 3084349"/>
                <a:gd name="connsiteY1" fmla="*/ 2091690 h 4311827"/>
                <a:gd name="connsiteX2" fmla="*/ 2775733 w 3084349"/>
                <a:gd name="connsiteY2" fmla="*/ 0 h 4311827"/>
                <a:gd name="connsiteX3" fmla="*/ 3084349 w 3084349"/>
                <a:gd name="connsiteY3" fmla="*/ 381460 h 4311827"/>
                <a:gd name="connsiteX4" fmla="*/ 3061489 w 3084349"/>
                <a:gd name="connsiteY4" fmla="*/ 3941797 h 4311827"/>
                <a:gd name="connsiteX5" fmla="*/ 2691459 w 3084349"/>
                <a:gd name="connsiteY5" fmla="*/ 4311827 h 4311827"/>
                <a:gd name="connsiteX6" fmla="*/ 370030 w 3084349"/>
                <a:gd name="connsiteY6" fmla="*/ 4311827 h 4311827"/>
                <a:gd name="connsiteX7" fmla="*/ 0 w 3084349"/>
                <a:gd name="connsiteY7" fmla="*/ 3941797 h 4311827"/>
                <a:gd name="connsiteX8" fmla="*/ 0 w 3084349"/>
                <a:gd name="connsiteY8" fmla="*/ 2461720 h 4311827"/>
                <a:gd name="connsiteX0" fmla="*/ 0 w 3084349"/>
                <a:gd name="connsiteY0" fmla="*/ 2488738 h 4338845"/>
                <a:gd name="connsiteX1" fmla="*/ 370030 w 3084349"/>
                <a:gd name="connsiteY1" fmla="*/ 2118708 h 4338845"/>
                <a:gd name="connsiteX2" fmla="*/ 2775733 w 3084349"/>
                <a:gd name="connsiteY2" fmla="*/ 27018 h 4338845"/>
                <a:gd name="connsiteX3" fmla="*/ 3084349 w 3084349"/>
                <a:gd name="connsiteY3" fmla="*/ 408478 h 4338845"/>
                <a:gd name="connsiteX4" fmla="*/ 3061489 w 3084349"/>
                <a:gd name="connsiteY4" fmla="*/ 3968815 h 4338845"/>
                <a:gd name="connsiteX5" fmla="*/ 2691459 w 3084349"/>
                <a:gd name="connsiteY5" fmla="*/ 4338845 h 4338845"/>
                <a:gd name="connsiteX6" fmla="*/ 370030 w 3084349"/>
                <a:gd name="connsiteY6" fmla="*/ 4338845 h 4338845"/>
                <a:gd name="connsiteX7" fmla="*/ 0 w 3084349"/>
                <a:gd name="connsiteY7" fmla="*/ 3968815 h 4338845"/>
                <a:gd name="connsiteX8" fmla="*/ 0 w 3084349"/>
                <a:gd name="connsiteY8" fmla="*/ 2488738 h 4338845"/>
                <a:gd name="connsiteX0" fmla="*/ 0 w 3084349"/>
                <a:gd name="connsiteY0" fmla="*/ 2512536 h 4362643"/>
                <a:gd name="connsiteX1" fmla="*/ 370030 w 3084349"/>
                <a:gd name="connsiteY1" fmla="*/ 2142506 h 4362643"/>
                <a:gd name="connsiteX2" fmla="*/ 2775733 w 3084349"/>
                <a:gd name="connsiteY2" fmla="*/ 50816 h 4362643"/>
                <a:gd name="connsiteX3" fmla="*/ 3084349 w 3084349"/>
                <a:gd name="connsiteY3" fmla="*/ 432276 h 4362643"/>
                <a:gd name="connsiteX4" fmla="*/ 3061489 w 3084349"/>
                <a:gd name="connsiteY4" fmla="*/ 3992613 h 4362643"/>
                <a:gd name="connsiteX5" fmla="*/ 2691459 w 3084349"/>
                <a:gd name="connsiteY5" fmla="*/ 4362643 h 4362643"/>
                <a:gd name="connsiteX6" fmla="*/ 370030 w 3084349"/>
                <a:gd name="connsiteY6" fmla="*/ 4362643 h 4362643"/>
                <a:gd name="connsiteX7" fmla="*/ 0 w 3084349"/>
                <a:gd name="connsiteY7" fmla="*/ 3992613 h 4362643"/>
                <a:gd name="connsiteX8" fmla="*/ 0 w 3084349"/>
                <a:gd name="connsiteY8" fmla="*/ 2512536 h 4362643"/>
                <a:gd name="connsiteX0" fmla="*/ 0 w 3084349"/>
                <a:gd name="connsiteY0" fmla="*/ 2512536 h 4362643"/>
                <a:gd name="connsiteX1" fmla="*/ 242648 w 3084349"/>
                <a:gd name="connsiteY1" fmla="*/ 2197742 h 4362643"/>
                <a:gd name="connsiteX2" fmla="*/ 2775733 w 3084349"/>
                <a:gd name="connsiteY2" fmla="*/ 50816 h 4362643"/>
                <a:gd name="connsiteX3" fmla="*/ 3084349 w 3084349"/>
                <a:gd name="connsiteY3" fmla="*/ 432276 h 4362643"/>
                <a:gd name="connsiteX4" fmla="*/ 3061489 w 3084349"/>
                <a:gd name="connsiteY4" fmla="*/ 3992613 h 4362643"/>
                <a:gd name="connsiteX5" fmla="*/ 2691459 w 3084349"/>
                <a:gd name="connsiteY5" fmla="*/ 4362643 h 4362643"/>
                <a:gd name="connsiteX6" fmla="*/ 370030 w 3084349"/>
                <a:gd name="connsiteY6" fmla="*/ 4362643 h 4362643"/>
                <a:gd name="connsiteX7" fmla="*/ 0 w 3084349"/>
                <a:gd name="connsiteY7" fmla="*/ 3992613 h 4362643"/>
                <a:gd name="connsiteX8" fmla="*/ 0 w 3084349"/>
                <a:gd name="connsiteY8" fmla="*/ 2512536 h 4362643"/>
                <a:gd name="connsiteX0" fmla="*/ 0 w 3084349"/>
                <a:gd name="connsiteY0" fmla="*/ 2512536 h 4362643"/>
                <a:gd name="connsiteX1" fmla="*/ 242648 w 3084349"/>
                <a:gd name="connsiteY1" fmla="*/ 2197742 h 4362643"/>
                <a:gd name="connsiteX2" fmla="*/ 2775733 w 3084349"/>
                <a:gd name="connsiteY2" fmla="*/ 50816 h 4362643"/>
                <a:gd name="connsiteX3" fmla="*/ 3084349 w 3084349"/>
                <a:gd name="connsiteY3" fmla="*/ 432276 h 4362643"/>
                <a:gd name="connsiteX4" fmla="*/ 3061489 w 3084349"/>
                <a:gd name="connsiteY4" fmla="*/ 3992613 h 4362643"/>
                <a:gd name="connsiteX5" fmla="*/ 2691459 w 3084349"/>
                <a:gd name="connsiteY5" fmla="*/ 4362643 h 4362643"/>
                <a:gd name="connsiteX6" fmla="*/ 370030 w 3084349"/>
                <a:gd name="connsiteY6" fmla="*/ 4362643 h 4362643"/>
                <a:gd name="connsiteX7" fmla="*/ 0 w 3084349"/>
                <a:gd name="connsiteY7" fmla="*/ 3992613 h 4362643"/>
                <a:gd name="connsiteX8" fmla="*/ 0 w 3084349"/>
                <a:gd name="connsiteY8" fmla="*/ 2512536 h 4362643"/>
                <a:gd name="connsiteX0" fmla="*/ 0 w 3084349"/>
                <a:gd name="connsiteY0" fmla="*/ 2545678 h 4362643"/>
                <a:gd name="connsiteX1" fmla="*/ 242648 w 3084349"/>
                <a:gd name="connsiteY1" fmla="*/ 2197742 h 4362643"/>
                <a:gd name="connsiteX2" fmla="*/ 2775733 w 3084349"/>
                <a:gd name="connsiteY2" fmla="*/ 50816 h 4362643"/>
                <a:gd name="connsiteX3" fmla="*/ 3084349 w 3084349"/>
                <a:gd name="connsiteY3" fmla="*/ 432276 h 4362643"/>
                <a:gd name="connsiteX4" fmla="*/ 3061489 w 3084349"/>
                <a:gd name="connsiteY4" fmla="*/ 3992613 h 4362643"/>
                <a:gd name="connsiteX5" fmla="*/ 2691459 w 3084349"/>
                <a:gd name="connsiteY5" fmla="*/ 4362643 h 4362643"/>
                <a:gd name="connsiteX6" fmla="*/ 370030 w 3084349"/>
                <a:gd name="connsiteY6" fmla="*/ 4362643 h 4362643"/>
                <a:gd name="connsiteX7" fmla="*/ 0 w 3084349"/>
                <a:gd name="connsiteY7" fmla="*/ 3992613 h 4362643"/>
                <a:gd name="connsiteX8" fmla="*/ 0 w 3084349"/>
                <a:gd name="connsiteY8" fmla="*/ 2545678 h 4362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84349" h="4362643">
                  <a:moveTo>
                    <a:pt x="0" y="2545678"/>
                  </a:moveTo>
                  <a:cubicBezTo>
                    <a:pt x="0" y="2341316"/>
                    <a:pt x="124269" y="2297166"/>
                    <a:pt x="242648" y="2197742"/>
                  </a:cubicBezTo>
                  <a:lnTo>
                    <a:pt x="2775733" y="50816"/>
                  </a:lnTo>
                  <a:cubicBezTo>
                    <a:pt x="2973726" y="-133577"/>
                    <a:pt x="3084349" y="227914"/>
                    <a:pt x="3084349" y="432276"/>
                  </a:cubicBezTo>
                  <a:lnTo>
                    <a:pt x="3061489" y="3992613"/>
                  </a:lnTo>
                  <a:cubicBezTo>
                    <a:pt x="3061489" y="4196975"/>
                    <a:pt x="2895821" y="4362643"/>
                    <a:pt x="2691459" y="4362643"/>
                  </a:cubicBezTo>
                  <a:lnTo>
                    <a:pt x="370030" y="4362643"/>
                  </a:lnTo>
                  <a:cubicBezTo>
                    <a:pt x="165668" y="4362643"/>
                    <a:pt x="0" y="4196975"/>
                    <a:pt x="0" y="3992613"/>
                  </a:cubicBezTo>
                  <a:lnTo>
                    <a:pt x="0" y="2545678"/>
                  </a:lnTo>
                  <a:close/>
                </a:path>
              </a:pathLst>
            </a:custGeom>
            <a:solidFill>
              <a:srgbClr val="84E291">
                <a:alpha val="25098"/>
              </a:srgb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area 2">
              <a:extLst>
                <a:ext uri="{FF2B5EF4-FFF2-40B4-BE49-F238E27FC236}">
                  <a16:creationId xmlns:a16="http://schemas.microsoft.com/office/drawing/2014/main" id="{F73D9F91-8614-6543-FA4A-712E3DA066C4}"/>
                </a:ext>
              </a:extLst>
            </p:cNvPr>
            <p:cNvSpPr/>
            <p:nvPr/>
          </p:nvSpPr>
          <p:spPr>
            <a:xfrm>
              <a:off x="3980112" y="3979309"/>
              <a:ext cx="2726586" cy="1960680"/>
            </a:xfrm>
            <a:prstGeom prst="roundRect">
              <a:avLst/>
            </a:prstGeom>
            <a:solidFill>
              <a:srgbClr val="84E291">
                <a:alpha val="25098"/>
              </a:srgb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area 1">
              <a:extLst>
                <a:ext uri="{FF2B5EF4-FFF2-40B4-BE49-F238E27FC236}">
                  <a16:creationId xmlns:a16="http://schemas.microsoft.com/office/drawing/2014/main" id="{EBCE5DA3-A79F-95CE-20EA-3864A23874E8}"/>
                </a:ext>
              </a:extLst>
            </p:cNvPr>
            <p:cNvSpPr/>
            <p:nvPr/>
          </p:nvSpPr>
          <p:spPr>
            <a:xfrm>
              <a:off x="231048" y="3962481"/>
              <a:ext cx="3404560" cy="1975901"/>
            </a:xfrm>
            <a:prstGeom prst="roundRect">
              <a:avLst/>
            </a:prstGeom>
            <a:solidFill>
              <a:srgbClr val="84E291">
                <a:alpha val="25098"/>
              </a:srgb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E08555C9-1D0C-7E8C-9D09-67ADFC722D82}"/>
                </a:ext>
              </a:extLst>
            </p:cNvPr>
            <p:cNvSpPr txBox="1"/>
            <p:nvPr/>
          </p:nvSpPr>
          <p:spPr>
            <a:xfrm>
              <a:off x="376344" y="3917030"/>
              <a:ext cx="706814" cy="8981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 anchorCtr="0">
              <a:noAutofit/>
            </a:bodyPr>
            <a:lstStyle/>
            <a:p>
              <a:r>
                <a:rPr lang="en-US" sz="4800" b="1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1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C1B15E6B-D39E-97BA-B32A-1410D68FD8B2}"/>
                </a:ext>
              </a:extLst>
            </p:cNvPr>
            <p:cNvSpPr txBox="1"/>
            <p:nvPr/>
          </p:nvSpPr>
          <p:spPr>
            <a:xfrm>
              <a:off x="4013406" y="3921867"/>
              <a:ext cx="706814" cy="8981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 anchorCtr="0">
              <a:noAutofit/>
            </a:bodyPr>
            <a:lstStyle/>
            <a:p>
              <a:r>
                <a:rPr lang="en-US" sz="4800" b="1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2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96ABDC7-E1F5-7D96-F9FA-2A96E59D47C6}"/>
                </a:ext>
              </a:extLst>
            </p:cNvPr>
            <p:cNvSpPr txBox="1"/>
            <p:nvPr/>
          </p:nvSpPr>
          <p:spPr>
            <a:xfrm>
              <a:off x="9474018" y="3030098"/>
              <a:ext cx="706814" cy="8981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 anchorCtr="0">
              <a:noAutofit/>
            </a:bodyPr>
            <a:lstStyle/>
            <a:p>
              <a:r>
                <a:rPr lang="en-US" sz="4800" b="1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3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EFD07BAF-CF7F-35B3-97E7-9F9C03AA9B04}"/>
                </a:ext>
              </a:extLst>
            </p:cNvPr>
            <p:cNvSpPr txBox="1"/>
            <p:nvPr/>
          </p:nvSpPr>
          <p:spPr>
            <a:xfrm>
              <a:off x="148335" y="853770"/>
              <a:ext cx="706814" cy="8981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 anchorCtr="0">
              <a:noAutofit/>
            </a:bodyPr>
            <a:lstStyle/>
            <a:p>
              <a:r>
                <a:rPr lang="en-US" sz="4800" b="1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4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B938EC7D-838D-7DDE-9272-02E747A4F5CE}"/>
                </a:ext>
              </a:extLst>
            </p:cNvPr>
            <p:cNvSpPr txBox="1"/>
            <p:nvPr/>
          </p:nvSpPr>
          <p:spPr>
            <a:xfrm>
              <a:off x="5550934" y="1824770"/>
              <a:ext cx="706814" cy="8981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 anchorCtr="0">
              <a:noAutofit/>
            </a:bodyPr>
            <a:lstStyle/>
            <a:p>
              <a:r>
                <a:rPr lang="en-US" sz="4800" b="1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5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D22259A7-0574-6137-70E0-CF800F60D4AC}"/>
                </a:ext>
              </a:extLst>
            </p:cNvPr>
            <p:cNvSpPr txBox="1"/>
            <p:nvPr/>
          </p:nvSpPr>
          <p:spPr>
            <a:xfrm>
              <a:off x="8710169" y="-127371"/>
              <a:ext cx="706814" cy="8981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 anchorCtr="0">
              <a:noAutofit/>
            </a:bodyPr>
            <a:lstStyle/>
            <a:p>
              <a:r>
                <a:rPr lang="en-US" sz="4800" b="1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6</a:t>
              </a:r>
            </a:p>
          </p:txBody>
        </p:sp>
      </p:grpSp>
      <p:grpSp>
        <p:nvGrpSpPr>
          <p:cNvPr id="39" name="annotations">
            <a:extLst>
              <a:ext uri="{FF2B5EF4-FFF2-40B4-BE49-F238E27FC236}">
                <a16:creationId xmlns:a16="http://schemas.microsoft.com/office/drawing/2014/main" id="{B4794A41-4D3B-EF50-F41E-29EA53539E85}"/>
              </a:ext>
            </a:extLst>
          </p:cNvPr>
          <p:cNvGrpSpPr/>
          <p:nvPr/>
        </p:nvGrpSpPr>
        <p:grpSpPr>
          <a:xfrm>
            <a:off x="1409072" y="466301"/>
            <a:ext cx="10217049" cy="6493587"/>
            <a:chOff x="1409072" y="466301"/>
            <a:chExt cx="10217049" cy="6493587"/>
          </a:xfrm>
        </p:grpSpPr>
        <p:sp>
          <p:nvSpPr>
            <p:cNvPr id="33" name="Right Brace 32">
              <a:extLst>
                <a:ext uri="{FF2B5EF4-FFF2-40B4-BE49-F238E27FC236}">
                  <a16:creationId xmlns:a16="http://schemas.microsoft.com/office/drawing/2014/main" id="{4183CBAD-327A-AE3C-F743-30D7FB25DFCE}"/>
                </a:ext>
              </a:extLst>
            </p:cNvPr>
            <p:cNvSpPr/>
            <p:nvPr/>
          </p:nvSpPr>
          <p:spPr>
            <a:xfrm rot="16200000">
              <a:off x="6414185" y="-619448"/>
              <a:ext cx="389338" cy="4421517"/>
            </a:xfrm>
            <a:prstGeom prst="rightBrace">
              <a:avLst>
                <a:gd name="adj1" fmla="val 47236"/>
                <a:gd name="adj2" fmla="val 50000"/>
              </a:avLst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ight Brace 33">
              <a:extLst>
                <a:ext uri="{FF2B5EF4-FFF2-40B4-BE49-F238E27FC236}">
                  <a16:creationId xmlns:a16="http://schemas.microsoft.com/office/drawing/2014/main" id="{EC70BC6D-E46D-06B4-FCDA-AE77D90388C6}"/>
                </a:ext>
              </a:extLst>
            </p:cNvPr>
            <p:cNvSpPr/>
            <p:nvPr/>
          </p:nvSpPr>
          <p:spPr>
            <a:xfrm rot="5400000" flipV="1">
              <a:off x="5594688" y="2586466"/>
              <a:ext cx="357417" cy="7437444"/>
            </a:xfrm>
            <a:prstGeom prst="rightBrace">
              <a:avLst>
                <a:gd name="adj1" fmla="val 47236"/>
                <a:gd name="adj2" fmla="val 50000"/>
              </a:avLst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19C90BE-2B1F-C12F-780E-5501AC09C212}"/>
                </a:ext>
              </a:extLst>
            </p:cNvPr>
            <p:cNvSpPr txBox="1"/>
            <p:nvPr/>
          </p:nvSpPr>
          <p:spPr>
            <a:xfrm>
              <a:off x="5154655" y="597800"/>
              <a:ext cx="2706745" cy="9578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sz="2200" dirty="0"/>
                <a:t>Three-way switches controlling that light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D6FBE987-678E-39E3-EC7E-EC0543A7994E}"/>
                </a:ext>
              </a:extLst>
            </p:cNvPr>
            <p:cNvCxnSpPr>
              <a:cxnSpLocks/>
              <a:stCxn id="35" idx="3"/>
            </p:cNvCxnSpPr>
            <p:nvPr/>
          </p:nvCxnSpPr>
          <p:spPr>
            <a:xfrm flipV="1">
              <a:off x="7861400" y="907968"/>
              <a:ext cx="2703429" cy="16874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936375F-1FEE-72AD-8C12-8B6BED644826}"/>
                </a:ext>
              </a:extLst>
            </p:cNvPr>
            <p:cNvSpPr txBox="1"/>
            <p:nvPr/>
          </p:nvSpPr>
          <p:spPr>
            <a:xfrm>
              <a:off x="2258050" y="466301"/>
              <a:ext cx="1991700" cy="9000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r>
                <a:rPr lang="en-US" sz="2000" dirty="0"/>
                <a:t>This light from that switch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008EF670-15F0-A098-FBC7-C43ED4EA86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09072" y="813423"/>
              <a:ext cx="814910" cy="10289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C4340B20-899D-1DB9-3884-BF042AE24C37}"/>
                </a:ext>
              </a:extLst>
            </p:cNvPr>
            <p:cNvCxnSpPr>
              <a:cxnSpLocks/>
            </p:cNvCxnSpPr>
            <p:nvPr/>
          </p:nvCxnSpPr>
          <p:spPr>
            <a:xfrm>
              <a:off x="2541647" y="1235343"/>
              <a:ext cx="37065" cy="76251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E14D6F4-3E80-45F5-251D-687CE334BBFF}"/>
                </a:ext>
              </a:extLst>
            </p:cNvPr>
            <p:cNvSpPr txBox="1"/>
            <p:nvPr/>
          </p:nvSpPr>
          <p:spPr>
            <a:xfrm>
              <a:off x="6458882" y="3988991"/>
              <a:ext cx="1670451" cy="11923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algn="r"/>
              <a:r>
                <a:rPr lang="en-US" sz="2000" dirty="0"/>
                <a:t>Switched</a:t>
              </a:r>
            </a:p>
            <a:p>
              <a:pPr algn="r">
                <a:lnSpc>
                  <a:spcPct val="150000"/>
                </a:lnSpc>
              </a:pPr>
              <a:r>
                <a:rPr lang="en-US" sz="2000" dirty="0"/>
                <a:t>Unswitched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255B4AC-67BE-D52D-C497-5BA5CBA6AFE8}"/>
                </a:ext>
              </a:extLst>
            </p:cNvPr>
            <p:cNvSpPr txBox="1"/>
            <p:nvPr/>
          </p:nvSpPr>
          <p:spPr>
            <a:xfrm>
              <a:off x="3092792" y="6426703"/>
              <a:ext cx="7088040" cy="5331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sz="2200" dirty="0"/>
                <a:t>GFCI on left protects light #6 and all three receptacles</a:t>
              </a: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00430A49-B432-0F0D-2DD8-C744AE1F38C9}"/>
                </a:ext>
              </a:extLst>
            </p:cNvPr>
            <p:cNvCxnSpPr>
              <a:cxnSpLocks/>
            </p:cNvCxnSpPr>
            <p:nvPr/>
          </p:nvCxnSpPr>
          <p:spPr>
            <a:xfrm>
              <a:off x="8099300" y="4326447"/>
              <a:ext cx="502926" cy="17459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319A0009-2C8B-A2AA-2D61-FC18B5EB1512}"/>
                </a:ext>
              </a:extLst>
            </p:cNvPr>
            <p:cNvCxnSpPr>
              <a:cxnSpLocks/>
            </p:cNvCxnSpPr>
            <p:nvPr/>
          </p:nvCxnSpPr>
          <p:spPr>
            <a:xfrm>
              <a:off x="8099300" y="4863091"/>
              <a:ext cx="502926" cy="17459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9AB4942-ED29-71B4-E264-4D1588D1C44D}"/>
                </a:ext>
              </a:extLst>
            </p:cNvPr>
            <p:cNvSpPr txBox="1"/>
            <p:nvPr/>
          </p:nvSpPr>
          <p:spPr>
            <a:xfrm>
              <a:off x="9788406" y="4631012"/>
              <a:ext cx="1837715" cy="11923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r>
                <a:rPr lang="en-US" sz="2000" dirty="0"/>
                <a:t>top outlet switched here</a:t>
              </a: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B7EC4113-A611-38AF-5C02-31FB935C96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2246" y="4543951"/>
              <a:ext cx="641172" cy="45439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9EEFAAA6-EFE2-EF15-93D0-6CC7079F8C28}"/>
                </a:ext>
              </a:extLst>
            </p:cNvPr>
            <p:cNvCxnSpPr>
              <a:cxnSpLocks/>
              <a:endCxn id="11" idx="2"/>
            </p:cNvCxnSpPr>
            <p:nvPr/>
          </p:nvCxnSpPr>
          <p:spPr>
            <a:xfrm flipV="1">
              <a:off x="11180727" y="4056755"/>
              <a:ext cx="30654" cy="108420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13A5F68-D9CD-320F-1FFC-6D65EE5A2003}"/>
                </a:ext>
              </a:extLst>
            </p:cNvPr>
            <p:cNvSpPr txBox="1"/>
            <p:nvPr/>
          </p:nvSpPr>
          <p:spPr>
            <a:xfrm>
              <a:off x="2381963" y="5465756"/>
              <a:ext cx="794386" cy="5331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sz="2000" dirty="0"/>
                <a:t>GFCI</a:t>
              </a:r>
            </a:p>
          </p:txBody>
        </p:sp>
        <p:sp>
          <p:nvSpPr>
            <p:cNvPr id="6" name="TextBox 5" hidden="1">
              <a:extLst>
                <a:ext uri="{FF2B5EF4-FFF2-40B4-BE49-F238E27FC236}">
                  <a16:creationId xmlns:a16="http://schemas.microsoft.com/office/drawing/2014/main" id="{F080CF44-1E75-D3BB-1E5D-FE40416354B8}"/>
                </a:ext>
              </a:extLst>
            </p:cNvPr>
            <p:cNvSpPr txBox="1"/>
            <p:nvPr/>
          </p:nvSpPr>
          <p:spPr>
            <a:xfrm>
              <a:off x="1905023" y="3056894"/>
              <a:ext cx="1412520" cy="9870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sz="2200" b="1" dirty="0"/>
                <a:t>NOT</a:t>
              </a:r>
              <a:r>
                <a:rPr lang="en-US" sz="2200" dirty="0"/>
                <a:t> protected</a:t>
              </a:r>
            </a:p>
            <a:p>
              <a:pPr>
                <a:lnSpc>
                  <a:spcPct val="80000"/>
                </a:lnSpc>
              </a:pPr>
              <a:r>
                <a:rPr lang="en-US" sz="2200" dirty="0"/>
                <a:t>by GFCI</a:t>
              </a:r>
            </a:p>
          </p:txBody>
        </p:sp>
      </p:grpSp>
      <p:sp>
        <p:nvSpPr>
          <p:cNvPr id="10" name="TextBox 9" hidden="1">
            <a:extLst>
              <a:ext uri="{FF2B5EF4-FFF2-40B4-BE49-F238E27FC236}">
                <a16:creationId xmlns:a16="http://schemas.microsoft.com/office/drawing/2014/main" id="{43E4D77C-9F1C-60E6-F3AC-253A51BB2BC2}"/>
              </a:ext>
            </a:extLst>
          </p:cNvPr>
          <p:cNvSpPr txBox="1"/>
          <p:nvPr/>
        </p:nvSpPr>
        <p:spPr>
          <a:xfrm>
            <a:off x="3558029" y="4577950"/>
            <a:ext cx="1412520" cy="72712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>
              <a:lnSpc>
                <a:spcPct val="80000"/>
              </a:lnSpc>
            </a:pPr>
            <a:r>
              <a:rPr lang="en-US" sz="2200" dirty="0"/>
              <a:t>protected</a:t>
            </a:r>
          </a:p>
          <a:p>
            <a:pPr>
              <a:lnSpc>
                <a:spcPct val="80000"/>
              </a:lnSpc>
            </a:pPr>
            <a:r>
              <a:rPr lang="en-US" sz="2200" dirty="0"/>
              <a:t>by GFCI</a:t>
            </a:r>
          </a:p>
        </p:txBody>
      </p:sp>
      <p:pic>
        <p:nvPicPr>
          <p:cNvPr id="16" name="Picture 15" hidden="1">
            <a:extLst>
              <a:ext uri="{FF2B5EF4-FFF2-40B4-BE49-F238E27FC236}">
                <a16:creationId xmlns:a16="http://schemas.microsoft.com/office/drawing/2014/main" id="{FABCF9AA-05C8-996E-7085-83C63A79F048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3310"/>
          <a:stretch>
            <a:fillRect/>
          </a:stretch>
        </p:blipFill>
        <p:spPr>
          <a:xfrm>
            <a:off x="274073" y="3093608"/>
            <a:ext cx="5109596" cy="3233700"/>
          </a:xfrm>
          <a:prstGeom prst="rect">
            <a:avLst/>
          </a:prstGeom>
        </p:spPr>
      </p:pic>
      <p:pic>
        <p:nvPicPr>
          <p:cNvPr id="19" name="Picture 18" hidden="1">
            <a:extLst>
              <a:ext uri="{FF2B5EF4-FFF2-40B4-BE49-F238E27FC236}">
                <a16:creationId xmlns:a16="http://schemas.microsoft.com/office/drawing/2014/main" id="{695F7687-0A95-7DBD-33A6-618E23745717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5188"/>
          <a:stretch>
            <a:fillRect/>
          </a:stretch>
        </p:blipFill>
        <p:spPr>
          <a:xfrm>
            <a:off x="6102586" y="2995695"/>
            <a:ext cx="2611376" cy="3274265"/>
          </a:xfrm>
          <a:prstGeom prst="rect">
            <a:avLst/>
          </a:prstGeom>
        </p:spPr>
      </p:pic>
      <p:pic>
        <p:nvPicPr>
          <p:cNvPr id="46" name="Picture 45" hidden="1">
            <a:extLst>
              <a:ext uri="{FF2B5EF4-FFF2-40B4-BE49-F238E27FC236}">
                <a16:creationId xmlns:a16="http://schemas.microsoft.com/office/drawing/2014/main" id="{AEA8661C-2485-69B1-F3CE-EB087162EC28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37" t="5430" r="39388" b="6032"/>
          <a:stretch>
            <a:fillRect/>
          </a:stretch>
        </p:blipFill>
        <p:spPr>
          <a:xfrm>
            <a:off x="9004526" y="574398"/>
            <a:ext cx="1815176" cy="607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605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839D7-64EE-FAEE-7304-D1B8BFBF1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room">
            <a:extLst>
              <a:ext uri="{FF2B5EF4-FFF2-40B4-BE49-F238E27FC236}">
                <a16:creationId xmlns:a16="http://schemas.microsoft.com/office/drawing/2014/main" id="{3A257A9A-F567-1644-A700-8A01F6898A23}"/>
              </a:ext>
            </a:extLst>
          </p:cNvPr>
          <p:cNvGrpSpPr/>
          <p:nvPr/>
        </p:nvGrpSpPr>
        <p:grpSpPr>
          <a:xfrm>
            <a:off x="0" y="162046"/>
            <a:ext cx="12192000" cy="6655443"/>
            <a:chOff x="0" y="162046"/>
            <a:chExt cx="12192000" cy="6655443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FDB5383-B867-FCDD-A053-6E954F9D1C46}"/>
                </a:ext>
              </a:extLst>
            </p:cNvPr>
            <p:cNvSpPr/>
            <p:nvPr/>
          </p:nvSpPr>
          <p:spPr>
            <a:xfrm>
              <a:off x="966486" y="574399"/>
              <a:ext cx="10828116" cy="551388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2782C31-C641-5C75-2C0B-EF7F44ABD2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0" y="6088284"/>
              <a:ext cx="966486" cy="7292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AD7B691-2C73-6B38-0280-1017855E2A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794602" y="6088283"/>
              <a:ext cx="397398" cy="7292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4BEBE54-FDE7-A306-AE41-D791F3C3195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62046"/>
              <a:ext cx="463560" cy="17362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534037B-739B-A628-A230-51FC170158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4602" y="248856"/>
              <a:ext cx="397398" cy="32554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devices">
            <a:extLst>
              <a:ext uri="{FF2B5EF4-FFF2-40B4-BE49-F238E27FC236}">
                <a16:creationId xmlns:a16="http://schemas.microsoft.com/office/drawing/2014/main" id="{2D28E29C-A610-5886-7742-16A66E5C3B34}"/>
              </a:ext>
            </a:extLst>
          </p:cNvPr>
          <p:cNvGrpSpPr/>
          <p:nvPr/>
        </p:nvGrpSpPr>
        <p:grpSpPr>
          <a:xfrm>
            <a:off x="296278" y="195176"/>
            <a:ext cx="11383525" cy="5383759"/>
            <a:chOff x="296278" y="195176"/>
            <a:chExt cx="11383525" cy="5383759"/>
          </a:xfrm>
        </p:grpSpPr>
        <p:pic>
          <p:nvPicPr>
            <p:cNvPr id="8" name="Picture 7" descr="A white electrical outlet with red button">
              <a:extLst>
                <a:ext uri="{FF2B5EF4-FFF2-40B4-BE49-F238E27FC236}">
                  <a16:creationId xmlns:a16="http://schemas.microsoft.com/office/drawing/2014/main" id="{0DDB1083-55EF-872F-E082-AC6375B568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519"/>
            <a:stretch/>
          </p:blipFill>
          <p:spPr>
            <a:xfrm>
              <a:off x="2328026" y="4115895"/>
              <a:ext cx="902261" cy="1463040"/>
            </a:xfrm>
            <a:prstGeom prst="rect">
              <a:avLst/>
            </a:prstGeom>
          </p:spPr>
        </p:pic>
        <p:pic>
          <p:nvPicPr>
            <p:cNvPr id="2" name="Picture 1" descr="A row of white electrical outlets&#10;&#10;AI-generated content may be incorrect.">
              <a:extLst>
                <a:ext uri="{FF2B5EF4-FFF2-40B4-BE49-F238E27FC236}">
                  <a16:creationId xmlns:a16="http://schemas.microsoft.com/office/drawing/2014/main" id="{57196A77-BE1B-26BD-741B-44B1C463F7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661" t="23292" r="33572" b="23122"/>
            <a:stretch/>
          </p:blipFill>
          <p:spPr>
            <a:xfrm>
              <a:off x="5399584" y="4090376"/>
              <a:ext cx="894617" cy="1463040"/>
            </a:xfrm>
            <a:prstGeom prst="rect">
              <a:avLst/>
            </a:prstGeom>
          </p:spPr>
        </p:pic>
        <p:pic>
          <p:nvPicPr>
            <p:cNvPr id="7" name="Picture 6" descr="A row of white electrical outlets&#10;&#10;AI-generated content may be incorrect.">
              <a:extLst>
                <a:ext uri="{FF2B5EF4-FFF2-40B4-BE49-F238E27FC236}">
                  <a16:creationId xmlns:a16="http://schemas.microsoft.com/office/drawing/2014/main" id="{330D2B38-3FBA-76FA-B701-CD6DB3C6BE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661" t="23292" r="33572" b="23122"/>
            <a:stretch/>
          </p:blipFill>
          <p:spPr>
            <a:xfrm>
              <a:off x="8433312" y="4090376"/>
              <a:ext cx="894617" cy="1463040"/>
            </a:xfrm>
            <a:prstGeom prst="rect">
              <a:avLst/>
            </a:prstGeom>
          </p:spPr>
        </p:pic>
        <p:pic>
          <p:nvPicPr>
            <p:cNvPr id="9" name="Picture 8" descr="A white rectangular light switch&#10;&#10;AI-generated content may be incorrect.">
              <a:extLst>
                <a:ext uri="{FF2B5EF4-FFF2-40B4-BE49-F238E27FC236}">
                  <a16:creationId xmlns:a16="http://schemas.microsoft.com/office/drawing/2014/main" id="{76FF3B60-DD5F-7D40-06E3-7EBF67B3AD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832" t="1097" r="22011" b="2700"/>
            <a:stretch/>
          </p:blipFill>
          <p:spPr>
            <a:xfrm>
              <a:off x="2456258" y="1582366"/>
              <a:ext cx="899641" cy="1463040"/>
            </a:xfrm>
            <a:prstGeom prst="rect">
              <a:avLst/>
            </a:prstGeom>
          </p:spPr>
        </p:pic>
        <p:pic>
          <p:nvPicPr>
            <p:cNvPr id="11" name="Picture 10" descr="A light switch on a wall">
              <a:extLst>
                <a:ext uri="{FF2B5EF4-FFF2-40B4-BE49-F238E27FC236}">
                  <a16:creationId xmlns:a16="http://schemas.microsoft.com/office/drawing/2014/main" id="{E1489394-1D59-C46C-33ED-5C4EF3AEAB8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888" t="32827" r="11048" b="33304"/>
            <a:stretch/>
          </p:blipFill>
          <p:spPr>
            <a:xfrm>
              <a:off x="10742958" y="2593715"/>
              <a:ext cx="936845" cy="1463040"/>
            </a:xfrm>
            <a:prstGeom prst="rect">
              <a:avLst/>
            </a:prstGeom>
          </p:spPr>
        </p:pic>
        <p:pic>
          <p:nvPicPr>
            <p:cNvPr id="12" name="Picture 11" descr="A light switch on a wall">
              <a:extLst>
                <a:ext uri="{FF2B5EF4-FFF2-40B4-BE49-F238E27FC236}">
                  <a16:creationId xmlns:a16="http://schemas.microsoft.com/office/drawing/2014/main" id="{815DDD74-3DF9-DC7D-C5CC-733FAC878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888" t="32827" r="11048" b="33304"/>
            <a:stretch/>
          </p:blipFill>
          <p:spPr>
            <a:xfrm>
              <a:off x="4481937" y="1903352"/>
              <a:ext cx="936845" cy="1463040"/>
            </a:xfrm>
            <a:prstGeom prst="rect">
              <a:avLst/>
            </a:prstGeom>
          </p:spPr>
        </p:pic>
        <p:pic>
          <p:nvPicPr>
            <p:cNvPr id="13" name="Picture 12" descr="A light switch on a wall">
              <a:extLst>
                <a:ext uri="{FF2B5EF4-FFF2-40B4-BE49-F238E27FC236}">
                  <a16:creationId xmlns:a16="http://schemas.microsoft.com/office/drawing/2014/main" id="{80861484-99D7-8DE7-8684-896654E828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888" t="32827" r="11048" b="33304"/>
            <a:stretch/>
          </p:blipFill>
          <p:spPr>
            <a:xfrm>
              <a:off x="6193575" y="1903352"/>
              <a:ext cx="936845" cy="1463040"/>
            </a:xfrm>
            <a:prstGeom prst="rect">
              <a:avLst/>
            </a:prstGeom>
          </p:spPr>
        </p:pic>
        <p:pic>
          <p:nvPicPr>
            <p:cNvPr id="14" name="Picture 13" descr="A light switch on a wall">
              <a:extLst>
                <a:ext uri="{FF2B5EF4-FFF2-40B4-BE49-F238E27FC236}">
                  <a16:creationId xmlns:a16="http://schemas.microsoft.com/office/drawing/2014/main" id="{64F761A3-649D-449D-FF79-A6630DD73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888" t="32827" r="11048" b="33304"/>
            <a:stretch/>
          </p:blipFill>
          <p:spPr>
            <a:xfrm>
              <a:off x="7905213" y="1903352"/>
              <a:ext cx="936845" cy="1463040"/>
            </a:xfrm>
            <a:prstGeom prst="rect">
              <a:avLst/>
            </a:prstGeom>
          </p:spPr>
        </p:pic>
        <p:pic>
          <p:nvPicPr>
            <p:cNvPr id="18" name="Picture 17" descr="A light fixture with a light bulb&#10;&#10;AI-generated content may be incorrect.">
              <a:extLst>
                <a:ext uri="{FF2B5EF4-FFF2-40B4-BE49-F238E27FC236}">
                  <a16:creationId xmlns:a16="http://schemas.microsoft.com/office/drawing/2014/main" id="{C74CE660-3EDD-590B-F633-6C8BE0A8C92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84" t="-252" r="13994" b="1"/>
            <a:stretch/>
          </p:blipFill>
          <p:spPr>
            <a:xfrm>
              <a:off x="296278" y="202054"/>
              <a:ext cx="1085521" cy="1525840"/>
            </a:xfrm>
            <a:prstGeom prst="rect">
              <a:avLst/>
            </a:prstGeom>
          </p:spPr>
        </p:pic>
        <p:pic>
          <p:nvPicPr>
            <p:cNvPr id="28" name="Picture 27" descr="A light fixture with a light bulb&#10;&#10;AI-generated content may be incorrect.">
              <a:extLst>
                <a:ext uri="{FF2B5EF4-FFF2-40B4-BE49-F238E27FC236}">
                  <a16:creationId xmlns:a16="http://schemas.microsoft.com/office/drawing/2014/main" id="{D5CD1271-D347-C7BC-FF32-82758D5D065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84" t="-252" r="13994" b="1"/>
            <a:stretch/>
          </p:blipFill>
          <p:spPr>
            <a:xfrm>
              <a:off x="10454208" y="195176"/>
              <a:ext cx="1085521" cy="1525840"/>
            </a:xfrm>
            <a:prstGeom prst="rect">
              <a:avLst/>
            </a:prstGeom>
          </p:spPr>
        </p:pic>
      </p:grpSp>
      <p:sp>
        <p:nvSpPr>
          <p:cNvPr id="111" name="title">
            <a:extLst>
              <a:ext uri="{FF2B5EF4-FFF2-40B4-BE49-F238E27FC236}">
                <a16:creationId xmlns:a16="http://schemas.microsoft.com/office/drawing/2014/main" id="{374AD4B2-CF30-C501-5981-4D255AFE4D29}"/>
              </a:ext>
            </a:extLst>
          </p:cNvPr>
          <p:cNvSpPr txBox="1"/>
          <p:nvPr/>
        </p:nvSpPr>
        <p:spPr>
          <a:xfrm>
            <a:off x="3410376" y="-69862"/>
            <a:ext cx="47296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Today’s Lab</a:t>
            </a:r>
          </a:p>
        </p:txBody>
      </p:sp>
      <p:grpSp>
        <p:nvGrpSpPr>
          <p:cNvPr id="29" name="Power red arrows">
            <a:extLst>
              <a:ext uri="{FF2B5EF4-FFF2-40B4-BE49-F238E27FC236}">
                <a16:creationId xmlns:a16="http://schemas.microsoft.com/office/drawing/2014/main" id="{1DB40D7C-790A-78BD-AF16-945B79AA5FE4}"/>
              </a:ext>
            </a:extLst>
          </p:cNvPr>
          <p:cNvGrpSpPr/>
          <p:nvPr/>
        </p:nvGrpSpPr>
        <p:grpSpPr>
          <a:xfrm>
            <a:off x="554201" y="1082694"/>
            <a:ext cx="10188757" cy="5734795"/>
            <a:chOff x="554201" y="1082694"/>
            <a:chExt cx="10188757" cy="5734795"/>
          </a:xfrm>
        </p:grpSpPr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5A07DC8B-B116-921C-5866-BCF3272FE6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4201" y="5181367"/>
              <a:ext cx="1605687" cy="1636122"/>
            </a:xfrm>
            <a:prstGeom prst="straightConnector1">
              <a:avLst/>
            </a:pr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77AB0803-A8AB-3EC9-7DF7-4CD9D21C54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38905" y="5225646"/>
              <a:ext cx="1598133" cy="0"/>
            </a:xfrm>
            <a:prstGeom prst="straightConnector1">
              <a:avLst/>
            </a:pr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554AC1F1-17F7-0BE1-BBD5-DED07C788A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2711" y="5239524"/>
              <a:ext cx="1598133" cy="0"/>
            </a:xfrm>
            <a:prstGeom prst="straightConnector1">
              <a:avLst/>
            </a:pr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137803B0-E7F1-5D48-05F3-41DF45E002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74048" y="1130544"/>
              <a:ext cx="1053978" cy="1332338"/>
            </a:xfrm>
            <a:prstGeom prst="straightConnector1">
              <a:avLst/>
            </a:pr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4EC3595-5258-2E79-A63D-918086A4ECBD}"/>
                </a:ext>
              </a:extLst>
            </p:cNvPr>
            <p:cNvSpPr/>
            <p:nvPr/>
          </p:nvSpPr>
          <p:spPr>
            <a:xfrm>
              <a:off x="1461668" y="2608356"/>
              <a:ext cx="910159" cy="2271025"/>
            </a:xfrm>
            <a:custGeom>
              <a:avLst/>
              <a:gdLst>
                <a:gd name="connsiteX0" fmla="*/ 0 w 2333683"/>
                <a:gd name="connsiteY0" fmla="*/ 1817580 h 1817580"/>
                <a:gd name="connsiteX1" fmla="*/ 33659 w 2333683"/>
                <a:gd name="connsiteY1" fmla="*/ 762935 h 1817580"/>
                <a:gd name="connsiteX2" fmla="*/ 2333683 w 2333683"/>
                <a:gd name="connsiteY2" fmla="*/ 0 h 1817580"/>
                <a:gd name="connsiteX0" fmla="*/ 0 w 2333683"/>
                <a:gd name="connsiteY0" fmla="*/ 1817580 h 1817580"/>
                <a:gd name="connsiteX1" fmla="*/ 7077 w 2333683"/>
                <a:gd name="connsiteY1" fmla="*/ 1005206 h 1817580"/>
                <a:gd name="connsiteX2" fmla="*/ 2333683 w 2333683"/>
                <a:gd name="connsiteY2" fmla="*/ 0 h 1817580"/>
                <a:gd name="connsiteX0" fmla="*/ 519074 w 2852757"/>
                <a:gd name="connsiteY0" fmla="*/ 1817580 h 1817580"/>
                <a:gd name="connsiteX1" fmla="*/ 0 w 2852757"/>
                <a:gd name="connsiteY1" fmla="*/ 629109 h 1817580"/>
                <a:gd name="connsiteX2" fmla="*/ 2852757 w 2852757"/>
                <a:gd name="connsiteY2" fmla="*/ 0 h 1817580"/>
                <a:gd name="connsiteX0" fmla="*/ 519074 w 727523"/>
                <a:gd name="connsiteY0" fmla="*/ 2099654 h 2099654"/>
                <a:gd name="connsiteX1" fmla="*/ 0 w 727523"/>
                <a:gd name="connsiteY1" fmla="*/ 911183 h 2099654"/>
                <a:gd name="connsiteX2" fmla="*/ 727523 w 727523"/>
                <a:gd name="connsiteY2" fmla="*/ 0 h 2099654"/>
                <a:gd name="connsiteX0" fmla="*/ 519074 w 727523"/>
                <a:gd name="connsiteY0" fmla="*/ 2099654 h 2099654"/>
                <a:gd name="connsiteX1" fmla="*/ 0 w 727523"/>
                <a:gd name="connsiteY1" fmla="*/ 911183 h 2099654"/>
                <a:gd name="connsiteX2" fmla="*/ 727523 w 727523"/>
                <a:gd name="connsiteY2" fmla="*/ 0 h 2099654"/>
                <a:gd name="connsiteX0" fmla="*/ 528703 w 737152"/>
                <a:gd name="connsiteY0" fmla="*/ 2099654 h 2099654"/>
                <a:gd name="connsiteX1" fmla="*/ 0 w 737152"/>
                <a:gd name="connsiteY1" fmla="*/ 1042817 h 2099654"/>
                <a:gd name="connsiteX2" fmla="*/ 737152 w 737152"/>
                <a:gd name="connsiteY2" fmla="*/ 0 h 2099654"/>
                <a:gd name="connsiteX0" fmla="*/ 528703 w 862582"/>
                <a:gd name="connsiteY0" fmla="*/ 2077640 h 2077640"/>
                <a:gd name="connsiteX1" fmla="*/ 0 w 862582"/>
                <a:gd name="connsiteY1" fmla="*/ 1020803 h 2077640"/>
                <a:gd name="connsiteX2" fmla="*/ 862582 w 862582"/>
                <a:gd name="connsiteY2" fmla="*/ 0 h 2077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62582" h="2077640">
                  <a:moveTo>
                    <a:pt x="528703" y="2077640"/>
                  </a:moveTo>
                  <a:lnTo>
                    <a:pt x="0" y="1020803"/>
                  </a:lnTo>
                  <a:cubicBezTo>
                    <a:pt x="242508" y="717075"/>
                    <a:pt x="620074" y="303728"/>
                    <a:pt x="862582" y="0"/>
                  </a:cubicBezTo>
                </a:path>
              </a:pathLst>
            </a:cu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55F9C39F-047A-A76C-C2EF-FA05DA704ADC}"/>
                </a:ext>
              </a:extLst>
            </p:cNvPr>
            <p:cNvCxnSpPr>
              <a:cxnSpLocks/>
            </p:cNvCxnSpPr>
            <p:nvPr/>
          </p:nvCxnSpPr>
          <p:spPr>
            <a:xfrm>
              <a:off x="5499027" y="2734838"/>
              <a:ext cx="711974" cy="0"/>
            </a:xfrm>
            <a:prstGeom prst="straightConnector1">
              <a:avLst/>
            </a:pr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37401140-10D6-9C3A-3451-AB0EE04291DF}"/>
                </a:ext>
              </a:extLst>
            </p:cNvPr>
            <p:cNvCxnSpPr>
              <a:cxnSpLocks/>
            </p:cNvCxnSpPr>
            <p:nvPr/>
          </p:nvCxnSpPr>
          <p:spPr>
            <a:xfrm>
              <a:off x="7193239" y="2666604"/>
              <a:ext cx="711974" cy="0"/>
            </a:xfrm>
            <a:prstGeom prst="straightConnector1">
              <a:avLst/>
            </a:pr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BC98F9D0-1FCC-05D0-3B0D-BF0A657BDA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3681" y="1082694"/>
              <a:ext cx="1889277" cy="1583910"/>
            </a:xfrm>
            <a:prstGeom prst="straightConnector1">
              <a:avLst/>
            </a:pr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F1D9C8D3-F601-7F78-D614-4946F73C38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96442" y="3598363"/>
              <a:ext cx="1343591" cy="876917"/>
            </a:xfrm>
            <a:prstGeom prst="straightConnector1">
              <a:avLst/>
            </a:prstGeom>
            <a:ln w="92075">
              <a:solidFill>
                <a:srgbClr val="C00000"/>
              </a:solidFill>
              <a:headEnd type="triangle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62CDA47-84BD-187C-5642-5076C3E4A876}"/>
                </a:ext>
              </a:extLst>
            </p:cNvPr>
            <p:cNvSpPr/>
            <p:nvPr/>
          </p:nvSpPr>
          <p:spPr>
            <a:xfrm>
              <a:off x="4086635" y="2732048"/>
              <a:ext cx="1233504" cy="1938123"/>
            </a:xfrm>
            <a:custGeom>
              <a:avLst/>
              <a:gdLst>
                <a:gd name="connsiteX0" fmla="*/ 0 w 2333683"/>
                <a:gd name="connsiteY0" fmla="*/ 1817580 h 1817580"/>
                <a:gd name="connsiteX1" fmla="*/ 33659 w 2333683"/>
                <a:gd name="connsiteY1" fmla="*/ 762935 h 1817580"/>
                <a:gd name="connsiteX2" fmla="*/ 2333683 w 2333683"/>
                <a:gd name="connsiteY2" fmla="*/ 0 h 1817580"/>
                <a:gd name="connsiteX0" fmla="*/ 0 w 2333683"/>
                <a:gd name="connsiteY0" fmla="*/ 1817580 h 1817580"/>
                <a:gd name="connsiteX1" fmla="*/ 7077 w 2333683"/>
                <a:gd name="connsiteY1" fmla="*/ 1005206 h 1817580"/>
                <a:gd name="connsiteX2" fmla="*/ 2333683 w 2333683"/>
                <a:gd name="connsiteY2" fmla="*/ 0 h 1817580"/>
                <a:gd name="connsiteX0" fmla="*/ 519074 w 2852757"/>
                <a:gd name="connsiteY0" fmla="*/ 1817580 h 1817580"/>
                <a:gd name="connsiteX1" fmla="*/ 0 w 2852757"/>
                <a:gd name="connsiteY1" fmla="*/ 629109 h 1817580"/>
                <a:gd name="connsiteX2" fmla="*/ 2852757 w 2852757"/>
                <a:gd name="connsiteY2" fmla="*/ 0 h 1817580"/>
                <a:gd name="connsiteX0" fmla="*/ 519074 w 727523"/>
                <a:gd name="connsiteY0" fmla="*/ 2099654 h 2099654"/>
                <a:gd name="connsiteX1" fmla="*/ 0 w 727523"/>
                <a:gd name="connsiteY1" fmla="*/ 911183 h 2099654"/>
                <a:gd name="connsiteX2" fmla="*/ 727523 w 727523"/>
                <a:gd name="connsiteY2" fmla="*/ 0 h 2099654"/>
                <a:gd name="connsiteX0" fmla="*/ 519074 w 727523"/>
                <a:gd name="connsiteY0" fmla="*/ 2099654 h 2099654"/>
                <a:gd name="connsiteX1" fmla="*/ 0 w 727523"/>
                <a:gd name="connsiteY1" fmla="*/ 911183 h 2099654"/>
                <a:gd name="connsiteX2" fmla="*/ 727523 w 727523"/>
                <a:gd name="connsiteY2" fmla="*/ 0 h 2099654"/>
                <a:gd name="connsiteX0" fmla="*/ 528703 w 737152"/>
                <a:gd name="connsiteY0" fmla="*/ 2099654 h 2099654"/>
                <a:gd name="connsiteX1" fmla="*/ 0 w 737152"/>
                <a:gd name="connsiteY1" fmla="*/ 1042817 h 2099654"/>
                <a:gd name="connsiteX2" fmla="*/ 737152 w 737152"/>
                <a:gd name="connsiteY2" fmla="*/ 0 h 2099654"/>
                <a:gd name="connsiteX0" fmla="*/ 1554181 w 1554181"/>
                <a:gd name="connsiteY0" fmla="*/ 1476586 h 1476586"/>
                <a:gd name="connsiteX1" fmla="*/ 0 w 1554181"/>
                <a:gd name="connsiteY1" fmla="*/ 1042817 h 1476586"/>
                <a:gd name="connsiteX2" fmla="*/ 737152 w 1554181"/>
                <a:gd name="connsiteY2" fmla="*/ 0 h 1476586"/>
                <a:gd name="connsiteX0" fmla="*/ 1159396 w 1159396"/>
                <a:gd name="connsiteY0" fmla="*/ 1476586 h 1476586"/>
                <a:gd name="connsiteX1" fmla="*/ 0 w 1159396"/>
                <a:gd name="connsiteY1" fmla="*/ 823426 h 1476586"/>
                <a:gd name="connsiteX2" fmla="*/ 342367 w 1159396"/>
                <a:gd name="connsiteY2" fmla="*/ 0 h 1476586"/>
                <a:gd name="connsiteX0" fmla="*/ 1159396 w 1159396"/>
                <a:gd name="connsiteY0" fmla="*/ 1476586 h 1476586"/>
                <a:gd name="connsiteX1" fmla="*/ 0 w 1159396"/>
                <a:gd name="connsiteY1" fmla="*/ 823426 h 1476586"/>
                <a:gd name="connsiteX2" fmla="*/ 342367 w 1159396"/>
                <a:gd name="connsiteY2" fmla="*/ 0 h 1476586"/>
                <a:gd name="connsiteX0" fmla="*/ 1173839 w 1173839"/>
                <a:gd name="connsiteY0" fmla="*/ 1476586 h 1476586"/>
                <a:gd name="connsiteX1" fmla="*/ 0 w 1173839"/>
                <a:gd name="connsiteY1" fmla="*/ 516280 h 1476586"/>
                <a:gd name="connsiteX2" fmla="*/ 356810 w 1173839"/>
                <a:gd name="connsiteY2" fmla="*/ 0 h 1476586"/>
                <a:gd name="connsiteX0" fmla="*/ 1202726 w 1202726"/>
                <a:gd name="connsiteY0" fmla="*/ 1674037 h 1674037"/>
                <a:gd name="connsiteX1" fmla="*/ 0 w 1202726"/>
                <a:gd name="connsiteY1" fmla="*/ 516280 h 1674037"/>
                <a:gd name="connsiteX2" fmla="*/ 356810 w 1202726"/>
                <a:gd name="connsiteY2" fmla="*/ 0 h 1674037"/>
                <a:gd name="connsiteX0" fmla="*/ 1246056 w 1246056"/>
                <a:gd name="connsiteY0" fmla="*/ 1674037 h 1674037"/>
                <a:gd name="connsiteX1" fmla="*/ 0 w 1246056"/>
                <a:gd name="connsiteY1" fmla="*/ 770773 h 1674037"/>
                <a:gd name="connsiteX2" fmla="*/ 400140 w 1246056"/>
                <a:gd name="connsiteY2" fmla="*/ 0 h 1674037"/>
                <a:gd name="connsiteX0" fmla="*/ 1077550 w 1077550"/>
                <a:gd name="connsiteY0" fmla="*/ 1674037 h 1674037"/>
                <a:gd name="connsiteX1" fmla="*/ 0 w 1077550"/>
                <a:gd name="connsiteY1" fmla="*/ 832203 h 1674037"/>
                <a:gd name="connsiteX2" fmla="*/ 231634 w 1077550"/>
                <a:gd name="connsiteY2" fmla="*/ 0 h 1674037"/>
                <a:gd name="connsiteX0" fmla="*/ 1169024 w 1169024"/>
                <a:gd name="connsiteY0" fmla="*/ 1674037 h 1674037"/>
                <a:gd name="connsiteX1" fmla="*/ 0 w 1169024"/>
                <a:gd name="connsiteY1" fmla="*/ 823427 h 1674037"/>
                <a:gd name="connsiteX2" fmla="*/ 323108 w 1169024"/>
                <a:gd name="connsiteY2" fmla="*/ 0 h 1674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69024" h="1674037">
                  <a:moveTo>
                    <a:pt x="1169024" y="1674037"/>
                  </a:moveTo>
                  <a:lnTo>
                    <a:pt x="0" y="823427"/>
                  </a:lnTo>
                  <a:lnTo>
                    <a:pt x="323108" y="0"/>
                  </a:lnTo>
                </a:path>
              </a:pathLst>
            </a:cu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een areas and numbers" hidden="1">
            <a:extLst>
              <a:ext uri="{FF2B5EF4-FFF2-40B4-BE49-F238E27FC236}">
                <a16:creationId xmlns:a16="http://schemas.microsoft.com/office/drawing/2014/main" id="{DC568823-159D-061D-5BD3-061F94E90C63}"/>
              </a:ext>
            </a:extLst>
          </p:cNvPr>
          <p:cNvGrpSpPr/>
          <p:nvPr/>
        </p:nvGrpSpPr>
        <p:grpSpPr>
          <a:xfrm>
            <a:off x="49659" y="-127371"/>
            <a:ext cx="11911293" cy="6067360"/>
            <a:chOff x="49659" y="-127371"/>
            <a:chExt cx="11911293" cy="6067360"/>
          </a:xfrm>
        </p:grpSpPr>
        <p:sp>
          <p:nvSpPr>
            <p:cNvPr id="5" name="area 6">
              <a:extLst>
                <a:ext uri="{FF2B5EF4-FFF2-40B4-BE49-F238E27FC236}">
                  <a16:creationId xmlns:a16="http://schemas.microsoft.com/office/drawing/2014/main" id="{15B423E9-6DD0-DDD0-27AF-6C12C6BBAACF}"/>
                </a:ext>
              </a:extLst>
            </p:cNvPr>
            <p:cNvSpPr/>
            <p:nvPr/>
          </p:nvSpPr>
          <p:spPr>
            <a:xfrm rot="10800000">
              <a:off x="7757695" y="-1"/>
              <a:ext cx="4108027" cy="3529965"/>
            </a:xfrm>
            <a:custGeom>
              <a:avLst/>
              <a:gdLst>
                <a:gd name="connsiteX0" fmla="*/ 0 w 3061489"/>
                <a:gd name="connsiteY0" fmla="*/ 370030 h 2220137"/>
                <a:gd name="connsiteX1" fmla="*/ 370030 w 3061489"/>
                <a:gd name="connsiteY1" fmla="*/ 0 h 2220137"/>
                <a:gd name="connsiteX2" fmla="*/ 2691459 w 3061489"/>
                <a:gd name="connsiteY2" fmla="*/ 0 h 2220137"/>
                <a:gd name="connsiteX3" fmla="*/ 3061489 w 3061489"/>
                <a:gd name="connsiteY3" fmla="*/ 370030 h 2220137"/>
                <a:gd name="connsiteX4" fmla="*/ 3061489 w 3061489"/>
                <a:gd name="connsiteY4" fmla="*/ 1850107 h 2220137"/>
                <a:gd name="connsiteX5" fmla="*/ 2691459 w 3061489"/>
                <a:gd name="connsiteY5" fmla="*/ 2220137 h 2220137"/>
                <a:gd name="connsiteX6" fmla="*/ 370030 w 3061489"/>
                <a:gd name="connsiteY6" fmla="*/ 2220137 h 2220137"/>
                <a:gd name="connsiteX7" fmla="*/ 0 w 3061489"/>
                <a:gd name="connsiteY7" fmla="*/ 1850107 h 2220137"/>
                <a:gd name="connsiteX8" fmla="*/ 0 w 3061489"/>
                <a:gd name="connsiteY8" fmla="*/ 370030 h 2220137"/>
                <a:gd name="connsiteX0" fmla="*/ 0 w 3061489"/>
                <a:gd name="connsiteY0" fmla="*/ 2503630 h 4353737"/>
                <a:gd name="connsiteX1" fmla="*/ 370030 w 3061489"/>
                <a:gd name="connsiteY1" fmla="*/ 2133600 h 4353737"/>
                <a:gd name="connsiteX2" fmla="*/ 2836239 w 3061489"/>
                <a:gd name="connsiteY2" fmla="*/ 0 h 4353737"/>
                <a:gd name="connsiteX3" fmla="*/ 3061489 w 3061489"/>
                <a:gd name="connsiteY3" fmla="*/ 2503630 h 4353737"/>
                <a:gd name="connsiteX4" fmla="*/ 3061489 w 3061489"/>
                <a:gd name="connsiteY4" fmla="*/ 3983707 h 4353737"/>
                <a:gd name="connsiteX5" fmla="*/ 2691459 w 3061489"/>
                <a:gd name="connsiteY5" fmla="*/ 4353737 h 4353737"/>
                <a:gd name="connsiteX6" fmla="*/ 370030 w 3061489"/>
                <a:gd name="connsiteY6" fmla="*/ 4353737 h 4353737"/>
                <a:gd name="connsiteX7" fmla="*/ 0 w 3061489"/>
                <a:gd name="connsiteY7" fmla="*/ 3983707 h 4353737"/>
                <a:gd name="connsiteX8" fmla="*/ 0 w 3061489"/>
                <a:gd name="connsiteY8" fmla="*/ 2503630 h 4353737"/>
                <a:gd name="connsiteX0" fmla="*/ 0 w 3084349"/>
                <a:gd name="connsiteY0" fmla="*/ 2503630 h 4353737"/>
                <a:gd name="connsiteX1" fmla="*/ 370030 w 3084349"/>
                <a:gd name="connsiteY1" fmla="*/ 2133600 h 4353737"/>
                <a:gd name="connsiteX2" fmla="*/ 2836239 w 3084349"/>
                <a:gd name="connsiteY2" fmla="*/ 0 h 4353737"/>
                <a:gd name="connsiteX3" fmla="*/ 3084349 w 3084349"/>
                <a:gd name="connsiteY3" fmla="*/ 423370 h 4353737"/>
                <a:gd name="connsiteX4" fmla="*/ 3061489 w 3084349"/>
                <a:gd name="connsiteY4" fmla="*/ 3983707 h 4353737"/>
                <a:gd name="connsiteX5" fmla="*/ 2691459 w 3084349"/>
                <a:gd name="connsiteY5" fmla="*/ 4353737 h 4353737"/>
                <a:gd name="connsiteX6" fmla="*/ 370030 w 3084349"/>
                <a:gd name="connsiteY6" fmla="*/ 4353737 h 4353737"/>
                <a:gd name="connsiteX7" fmla="*/ 0 w 3084349"/>
                <a:gd name="connsiteY7" fmla="*/ 3983707 h 4353737"/>
                <a:gd name="connsiteX8" fmla="*/ 0 w 3084349"/>
                <a:gd name="connsiteY8" fmla="*/ 2503630 h 4353737"/>
                <a:gd name="connsiteX0" fmla="*/ 0 w 3084349"/>
                <a:gd name="connsiteY0" fmla="*/ 2503630 h 4353737"/>
                <a:gd name="connsiteX1" fmla="*/ 370030 w 3084349"/>
                <a:gd name="connsiteY1" fmla="*/ 2133600 h 4353737"/>
                <a:gd name="connsiteX2" fmla="*/ 2836239 w 3084349"/>
                <a:gd name="connsiteY2" fmla="*/ 0 h 4353737"/>
                <a:gd name="connsiteX3" fmla="*/ 3084349 w 3084349"/>
                <a:gd name="connsiteY3" fmla="*/ 423370 h 4353737"/>
                <a:gd name="connsiteX4" fmla="*/ 3061489 w 3084349"/>
                <a:gd name="connsiteY4" fmla="*/ 3983707 h 4353737"/>
                <a:gd name="connsiteX5" fmla="*/ 2691459 w 3084349"/>
                <a:gd name="connsiteY5" fmla="*/ 4353737 h 4353737"/>
                <a:gd name="connsiteX6" fmla="*/ 370030 w 3084349"/>
                <a:gd name="connsiteY6" fmla="*/ 4353737 h 4353737"/>
                <a:gd name="connsiteX7" fmla="*/ 0 w 3084349"/>
                <a:gd name="connsiteY7" fmla="*/ 3983707 h 4353737"/>
                <a:gd name="connsiteX8" fmla="*/ 0 w 3084349"/>
                <a:gd name="connsiteY8" fmla="*/ 2503630 h 4353737"/>
                <a:gd name="connsiteX0" fmla="*/ 0 w 3084349"/>
                <a:gd name="connsiteY0" fmla="*/ 2461720 h 4311827"/>
                <a:gd name="connsiteX1" fmla="*/ 370030 w 3084349"/>
                <a:gd name="connsiteY1" fmla="*/ 2091690 h 4311827"/>
                <a:gd name="connsiteX2" fmla="*/ 2775733 w 3084349"/>
                <a:gd name="connsiteY2" fmla="*/ 0 h 4311827"/>
                <a:gd name="connsiteX3" fmla="*/ 3084349 w 3084349"/>
                <a:gd name="connsiteY3" fmla="*/ 381460 h 4311827"/>
                <a:gd name="connsiteX4" fmla="*/ 3061489 w 3084349"/>
                <a:gd name="connsiteY4" fmla="*/ 3941797 h 4311827"/>
                <a:gd name="connsiteX5" fmla="*/ 2691459 w 3084349"/>
                <a:gd name="connsiteY5" fmla="*/ 4311827 h 4311827"/>
                <a:gd name="connsiteX6" fmla="*/ 370030 w 3084349"/>
                <a:gd name="connsiteY6" fmla="*/ 4311827 h 4311827"/>
                <a:gd name="connsiteX7" fmla="*/ 0 w 3084349"/>
                <a:gd name="connsiteY7" fmla="*/ 3941797 h 4311827"/>
                <a:gd name="connsiteX8" fmla="*/ 0 w 3084349"/>
                <a:gd name="connsiteY8" fmla="*/ 2461720 h 4311827"/>
                <a:gd name="connsiteX0" fmla="*/ 0 w 3084349"/>
                <a:gd name="connsiteY0" fmla="*/ 2488738 h 4338845"/>
                <a:gd name="connsiteX1" fmla="*/ 370030 w 3084349"/>
                <a:gd name="connsiteY1" fmla="*/ 2118708 h 4338845"/>
                <a:gd name="connsiteX2" fmla="*/ 2775733 w 3084349"/>
                <a:gd name="connsiteY2" fmla="*/ 27018 h 4338845"/>
                <a:gd name="connsiteX3" fmla="*/ 3084349 w 3084349"/>
                <a:gd name="connsiteY3" fmla="*/ 408478 h 4338845"/>
                <a:gd name="connsiteX4" fmla="*/ 3061489 w 3084349"/>
                <a:gd name="connsiteY4" fmla="*/ 3968815 h 4338845"/>
                <a:gd name="connsiteX5" fmla="*/ 2691459 w 3084349"/>
                <a:gd name="connsiteY5" fmla="*/ 4338845 h 4338845"/>
                <a:gd name="connsiteX6" fmla="*/ 370030 w 3084349"/>
                <a:gd name="connsiteY6" fmla="*/ 4338845 h 4338845"/>
                <a:gd name="connsiteX7" fmla="*/ 0 w 3084349"/>
                <a:gd name="connsiteY7" fmla="*/ 3968815 h 4338845"/>
                <a:gd name="connsiteX8" fmla="*/ 0 w 3084349"/>
                <a:gd name="connsiteY8" fmla="*/ 2488738 h 4338845"/>
                <a:gd name="connsiteX0" fmla="*/ 0 w 3084349"/>
                <a:gd name="connsiteY0" fmla="*/ 2512536 h 4362643"/>
                <a:gd name="connsiteX1" fmla="*/ 370030 w 3084349"/>
                <a:gd name="connsiteY1" fmla="*/ 2142506 h 4362643"/>
                <a:gd name="connsiteX2" fmla="*/ 2775733 w 3084349"/>
                <a:gd name="connsiteY2" fmla="*/ 50816 h 4362643"/>
                <a:gd name="connsiteX3" fmla="*/ 3084349 w 3084349"/>
                <a:gd name="connsiteY3" fmla="*/ 432276 h 4362643"/>
                <a:gd name="connsiteX4" fmla="*/ 3061489 w 3084349"/>
                <a:gd name="connsiteY4" fmla="*/ 3992613 h 4362643"/>
                <a:gd name="connsiteX5" fmla="*/ 2691459 w 3084349"/>
                <a:gd name="connsiteY5" fmla="*/ 4362643 h 4362643"/>
                <a:gd name="connsiteX6" fmla="*/ 370030 w 3084349"/>
                <a:gd name="connsiteY6" fmla="*/ 4362643 h 4362643"/>
                <a:gd name="connsiteX7" fmla="*/ 0 w 3084349"/>
                <a:gd name="connsiteY7" fmla="*/ 3992613 h 4362643"/>
                <a:gd name="connsiteX8" fmla="*/ 0 w 3084349"/>
                <a:gd name="connsiteY8" fmla="*/ 2512536 h 4362643"/>
                <a:gd name="connsiteX0" fmla="*/ 0 w 3084349"/>
                <a:gd name="connsiteY0" fmla="*/ 2512536 h 4362643"/>
                <a:gd name="connsiteX1" fmla="*/ 242648 w 3084349"/>
                <a:gd name="connsiteY1" fmla="*/ 2197742 h 4362643"/>
                <a:gd name="connsiteX2" fmla="*/ 2775733 w 3084349"/>
                <a:gd name="connsiteY2" fmla="*/ 50816 h 4362643"/>
                <a:gd name="connsiteX3" fmla="*/ 3084349 w 3084349"/>
                <a:gd name="connsiteY3" fmla="*/ 432276 h 4362643"/>
                <a:gd name="connsiteX4" fmla="*/ 3061489 w 3084349"/>
                <a:gd name="connsiteY4" fmla="*/ 3992613 h 4362643"/>
                <a:gd name="connsiteX5" fmla="*/ 2691459 w 3084349"/>
                <a:gd name="connsiteY5" fmla="*/ 4362643 h 4362643"/>
                <a:gd name="connsiteX6" fmla="*/ 370030 w 3084349"/>
                <a:gd name="connsiteY6" fmla="*/ 4362643 h 4362643"/>
                <a:gd name="connsiteX7" fmla="*/ 0 w 3084349"/>
                <a:gd name="connsiteY7" fmla="*/ 3992613 h 4362643"/>
                <a:gd name="connsiteX8" fmla="*/ 0 w 3084349"/>
                <a:gd name="connsiteY8" fmla="*/ 2512536 h 4362643"/>
                <a:gd name="connsiteX0" fmla="*/ 0 w 3084349"/>
                <a:gd name="connsiteY0" fmla="*/ 2512536 h 4362643"/>
                <a:gd name="connsiteX1" fmla="*/ 242648 w 3084349"/>
                <a:gd name="connsiteY1" fmla="*/ 2197742 h 4362643"/>
                <a:gd name="connsiteX2" fmla="*/ 2775733 w 3084349"/>
                <a:gd name="connsiteY2" fmla="*/ 50816 h 4362643"/>
                <a:gd name="connsiteX3" fmla="*/ 3084349 w 3084349"/>
                <a:gd name="connsiteY3" fmla="*/ 432276 h 4362643"/>
                <a:gd name="connsiteX4" fmla="*/ 3061489 w 3084349"/>
                <a:gd name="connsiteY4" fmla="*/ 3992613 h 4362643"/>
                <a:gd name="connsiteX5" fmla="*/ 2691459 w 3084349"/>
                <a:gd name="connsiteY5" fmla="*/ 4362643 h 4362643"/>
                <a:gd name="connsiteX6" fmla="*/ 370030 w 3084349"/>
                <a:gd name="connsiteY6" fmla="*/ 4362643 h 4362643"/>
                <a:gd name="connsiteX7" fmla="*/ 0 w 3084349"/>
                <a:gd name="connsiteY7" fmla="*/ 3992613 h 4362643"/>
                <a:gd name="connsiteX8" fmla="*/ 0 w 3084349"/>
                <a:gd name="connsiteY8" fmla="*/ 2512536 h 4362643"/>
                <a:gd name="connsiteX0" fmla="*/ 0 w 3084349"/>
                <a:gd name="connsiteY0" fmla="*/ 2545678 h 4362643"/>
                <a:gd name="connsiteX1" fmla="*/ 242648 w 3084349"/>
                <a:gd name="connsiteY1" fmla="*/ 2197742 h 4362643"/>
                <a:gd name="connsiteX2" fmla="*/ 2775733 w 3084349"/>
                <a:gd name="connsiteY2" fmla="*/ 50816 h 4362643"/>
                <a:gd name="connsiteX3" fmla="*/ 3084349 w 3084349"/>
                <a:gd name="connsiteY3" fmla="*/ 432276 h 4362643"/>
                <a:gd name="connsiteX4" fmla="*/ 3061489 w 3084349"/>
                <a:gd name="connsiteY4" fmla="*/ 3992613 h 4362643"/>
                <a:gd name="connsiteX5" fmla="*/ 2691459 w 3084349"/>
                <a:gd name="connsiteY5" fmla="*/ 4362643 h 4362643"/>
                <a:gd name="connsiteX6" fmla="*/ 370030 w 3084349"/>
                <a:gd name="connsiteY6" fmla="*/ 4362643 h 4362643"/>
                <a:gd name="connsiteX7" fmla="*/ 0 w 3084349"/>
                <a:gd name="connsiteY7" fmla="*/ 3992613 h 4362643"/>
                <a:gd name="connsiteX8" fmla="*/ 0 w 3084349"/>
                <a:gd name="connsiteY8" fmla="*/ 2545678 h 4362643"/>
                <a:gd name="connsiteX0" fmla="*/ 0 w 3084349"/>
                <a:gd name="connsiteY0" fmla="*/ 3209346 h 5026311"/>
                <a:gd name="connsiteX1" fmla="*/ 242648 w 3084349"/>
                <a:gd name="connsiteY1" fmla="*/ 2861410 h 5026311"/>
                <a:gd name="connsiteX2" fmla="*/ 2740703 w 3084349"/>
                <a:gd name="connsiteY2" fmla="*/ 21538 h 5026311"/>
                <a:gd name="connsiteX3" fmla="*/ 3084349 w 3084349"/>
                <a:gd name="connsiteY3" fmla="*/ 1095944 h 5026311"/>
                <a:gd name="connsiteX4" fmla="*/ 3061489 w 3084349"/>
                <a:gd name="connsiteY4" fmla="*/ 4656281 h 5026311"/>
                <a:gd name="connsiteX5" fmla="*/ 2691459 w 3084349"/>
                <a:gd name="connsiteY5" fmla="*/ 5026311 h 5026311"/>
                <a:gd name="connsiteX6" fmla="*/ 370030 w 3084349"/>
                <a:gd name="connsiteY6" fmla="*/ 5026311 h 5026311"/>
                <a:gd name="connsiteX7" fmla="*/ 0 w 3084349"/>
                <a:gd name="connsiteY7" fmla="*/ 4656281 h 5026311"/>
                <a:gd name="connsiteX8" fmla="*/ 0 w 3084349"/>
                <a:gd name="connsiteY8" fmla="*/ 3209346 h 5026311"/>
                <a:gd name="connsiteX0" fmla="*/ 3185 w 3084349"/>
                <a:gd name="connsiteY0" fmla="*/ 3469852 h 5026311"/>
                <a:gd name="connsiteX1" fmla="*/ 242648 w 3084349"/>
                <a:gd name="connsiteY1" fmla="*/ 2861410 h 5026311"/>
                <a:gd name="connsiteX2" fmla="*/ 2740703 w 3084349"/>
                <a:gd name="connsiteY2" fmla="*/ 21538 h 5026311"/>
                <a:gd name="connsiteX3" fmla="*/ 3084349 w 3084349"/>
                <a:gd name="connsiteY3" fmla="*/ 1095944 h 5026311"/>
                <a:gd name="connsiteX4" fmla="*/ 3061489 w 3084349"/>
                <a:gd name="connsiteY4" fmla="*/ 4656281 h 5026311"/>
                <a:gd name="connsiteX5" fmla="*/ 2691459 w 3084349"/>
                <a:gd name="connsiteY5" fmla="*/ 5026311 h 5026311"/>
                <a:gd name="connsiteX6" fmla="*/ 370030 w 3084349"/>
                <a:gd name="connsiteY6" fmla="*/ 5026311 h 5026311"/>
                <a:gd name="connsiteX7" fmla="*/ 0 w 3084349"/>
                <a:gd name="connsiteY7" fmla="*/ 4656281 h 5026311"/>
                <a:gd name="connsiteX8" fmla="*/ 3185 w 3084349"/>
                <a:gd name="connsiteY8" fmla="*/ 3469852 h 5026311"/>
                <a:gd name="connsiteX0" fmla="*/ 3185 w 3084349"/>
                <a:gd name="connsiteY0" fmla="*/ 3469852 h 5026311"/>
                <a:gd name="connsiteX1" fmla="*/ 255387 w 3084349"/>
                <a:gd name="connsiteY1" fmla="*/ 2960402 h 5026311"/>
                <a:gd name="connsiteX2" fmla="*/ 2740703 w 3084349"/>
                <a:gd name="connsiteY2" fmla="*/ 21538 h 5026311"/>
                <a:gd name="connsiteX3" fmla="*/ 3084349 w 3084349"/>
                <a:gd name="connsiteY3" fmla="*/ 1095944 h 5026311"/>
                <a:gd name="connsiteX4" fmla="*/ 3061489 w 3084349"/>
                <a:gd name="connsiteY4" fmla="*/ 4656281 h 5026311"/>
                <a:gd name="connsiteX5" fmla="*/ 2691459 w 3084349"/>
                <a:gd name="connsiteY5" fmla="*/ 5026311 h 5026311"/>
                <a:gd name="connsiteX6" fmla="*/ 370030 w 3084349"/>
                <a:gd name="connsiteY6" fmla="*/ 5026311 h 5026311"/>
                <a:gd name="connsiteX7" fmla="*/ 0 w 3084349"/>
                <a:gd name="connsiteY7" fmla="*/ 4656281 h 5026311"/>
                <a:gd name="connsiteX8" fmla="*/ 3185 w 3084349"/>
                <a:gd name="connsiteY8" fmla="*/ 3469852 h 5026311"/>
                <a:gd name="connsiteX0" fmla="*/ 306 w 3084654"/>
                <a:gd name="connsiteY0" fmla="*/ 3579264 h 5026311"/>
                <a:gd name="connsiteX1" fmla="*/ 255692 w 3084654"/>
                <a:gd name="connsiteY1" fmla="*/ 2960402 h 5026311"/>
                <a:gd name="connsiteX2" fmla="*/ 2741008 w 3084654"/>
                <a:gd name="connsiteY2" fmla="*/ 21538 h 5026311"/>
                <a:gd name="connsiteX3" fmla="*/ 3084654 w 3084654"/>
                <a:gd name="connsiteY3" fmla="*/ 1095944 h 5026311"/>
                <a:gd name="connsiteX4" fmla="*/ 3061794 w 3084654"/>
                <a:gd name="connsiteY4" fmla="*/ 4656281 h 5026311"/>
                <a:gd name="connsiteX5" fmla="*/ 2691764 w 3084654"/>
                <a:gd name="connsiteY5" fmla="*/ 5026311 h 5026311"/>
                <a:gd name="connsiteX6" fmla="*/ 370335 w 3084654"/>
                <a:gd name="connsiteY6" fmla="*/ 5026311 h 5026311"/>
                <a:gd name="connsiteX7" fmla="*/ 305 w 3084654"/>
                <a:gd name="connsiteY7" fmla="*/ 4656281 h 5026311"/>
                <a:gd name="connsiteX8" fmla="*/ 306 w 3084654"/>
                <a:gd name="connsiteY8" fmla="*/ 3579264 h 5026311"/>
                <a:gd name="connsiteX0" fmla="*/ 306 w 3084654"/>
                <a:gd name="connsiteY0" fmla="*/ 3254162 h 4701209"/>
                <a:gd name="connsiteX1" fmla="*/ 255692 w 3084654"/>
                <a:gd name="connsiteY1" fmla="*/ 2635300 h 4701209"/>
                <a:gd name="connsiteX2" fmla="*/ 2217954 w 3084654"/>
                <a:gd name="connsiteY2" fmla="*/ 29883 h 4701209"/>
                <a:gd name="connsiteX3" fmla="*/ 3084654 w 3084654"/>
                <a:gd name="connsiteY3" fmla="*/ 770842 h 4701209"/>
                <a:gd name="connsiteX4" fmla="*/ 3061794 w 3084654"/>
                <a:gd name="connsiteY4" fmla="*/ 4331179 h 4701209"/>
                <a:gd name="connsiteX5" fmla="*/ 2691764 w 3084654"/>
                <a:gd name="connsiteY5" fmla="*/ 4701209 h 4701209"/>
                <a:gd name="connsiteX6" fmla="*/ 370335 w 3084654"/>
                <a:gd name="connsiteY6" fmla="*/ 4701209 h 4701209"/>
                <a:gd name="connsiteX7" fmla="*/ 305 w 3084654"/>
                <a:gd name="connsiteY7" fmla="*/ 4331179 h 4701209"/>
                <a:gd name="connsiteX8" fmla="*/ 306 w 3084654"/>
                <a:gd name="connsiteY8" fmla="*/ 3254162 h 4701209"/>
                <a:gd name="connsiteX0" fmla="*/ 306 w 3084654"/>
                <a:gd name="connsiteY0" fmla="*/ 3421278 h 4868325"/>
                <a:gd name="connsiteX1" fmla="*/ 255692 w 3084654"/>
                <a:gd name="connsiteY1" fmla="*/ 2802416 h 4868325"/>
                <a:gd name="connsiteX2" fmla="*/ 2217954 w 3084654"/>
                <a:gd name="connsiteY2" fmla="*/ 196999 h 4868325"/>
                <a:gd name="connsiteX3" fmla="*/ 2547710 w 3084654"/>
                <a:gd name="connsiteY3" fmla="*/ 267790 h 4868325"/>
                <a:gd name="connsiteX4" fmla="*/ 3084654 w 3084654"/>
                <a:gd name="connsiteY4" fmla="*/ 937958 h 4868325"/>
                <a:gd name="connsiteX5" fmla="*/ 3061794 w 3084654"/>
                <a:gd name="connsiteY5" fmla="*/ 4498295 h 4868325"/>
                <a:gd name="connsiteX6" fmla="*/ 2691764 w 3084654"/>
                <a:gd name="connsiteY6" fmla="*/ 4868325 h 4868325"/>
                <a:gd name="connsiteX7" fmla="*/ 370335 w 3084654"/>
                <a:gd name="connsiteY7" fmla="*/ 4868325 h 4868325"/>
                <a:gd name="connsiteX8" fmla="*/ 305 w 3084654"/>
                <a:gd name="connsiteY8" fmla="*/ 4498295 h 4868325"/>
                <a:gd name="connsiteX9" fmla="*/ 306 w 3084654"/>
                <a:gd name="connsiteY9" fmla="*/ 3421278 h 4868325"/>
                <a:gd name="connsiteX0" fmla="*/ 306 w 3084654"/>
                <a:gd name="connsiteY0" fmla="*/ 3556046 h 5003093"/>
                <a:gd name="connsiteX1" fmla="*/ 255692 w 3084654"/>
                <a:gd name="connsiteY1" fmla="*/ 2937184 h 5003093"/>
                <a:gd name="connsiteX2" fmla="*/ 2217954 w 3084654"/>
                <a:gd name="connsiteY2" fmla="*/ 331767 h 5003093"/>
                <a:gd name="connsiteX3" fmla="*/ 2610591 w 3084654"/>
                <a:gd name="connsiteY3" fmla="*/ 89951 h 5003093"/>
                <a:gd name="connsiteX4" fmla="*/ 3084654 w 3084654"/>
                <a:gd name="connsiteY4" fmla="*/ 1072726 h 5003093"/>
                <a:gd name="connsiteX5" fmla="*/ 3061794 w 3084654"/>
                <a:gd name="connsiteY5" fmla="*/ 4633063 h 5003093"/>
                <a:gd name="connsiteX6" fmla="*/ 2691764 w 3084654"/>
                <a:gd name="connsiteY6" fmla="*/ 5003093 h 5003093"/>
                <a:gd name="connsiteX7" fmla="*/ 370335 w 3084654"/>
                <a:gd name="connsiteY7" fmla="*/ 5003093 h 5003093"/>
                <a:gd name="connsiteX8" fmla="*/ 305 w 3084654"/>
                <a:gd name="connsiteY8" fmla="*/ 4633063 h 5003093"/>
                <a:gd name="connsiteX9" fmla="*/ 306 w 3084654"/>
                <a:gd name="connsiteY9" fmla="*/ 3556046 h 5003093"/>
                <a:gd name="connsiteX0" fmla="*/ 306 w 3084654"/>
                <a:gd name="connsiteY0" fmla="*/ 3556046 h 5003093"/>
                <a:gd name="connsiteX1" fmla="*/ 255692 w 3084654"/>
                <a:gd name="connsiteY1" fmla="*/ 2937184 h 5003093"/>
                <a:gd name="connsiteX2" fmla="*/ 2217954 w 3084654"/>
                <a:gd name="connsiteY2" fmla="*/ 331767 h 5003093"/>
                <a:gd name="connsiteX3" fmla="*/ 2610591 w 3084654"/>
                <a:gd name="connsiteY3" fmla="*/ 89951 h 5003093"/>
                <a:gd name="connsiteX4" fmla="*/ 3022175 w 3084654"/>
                <a:gd name="connsiteY4" fmla="*/ 704747 h 5003093"/>
                <a:gd name="connsiteX5" fmla="*/ 3084654 w 3084654"/>
                <a:gd name="connsiteY5" fmla="*/ 1072726 h 5003093"/>
                <a:gd name="connsiteX6" fmla="*/ 3061794 w 3084654"/>
                <a:gd name="connsiteY6" fmla="*/ 4633063 h 5003093"/>
                <a:gd name="connsiteX7" fmla="*/ 2691764 w 3084654"/>
                <a:gd name="connsiteY7" fmla="*/ 5003093 h 5003093"/>
                <a:gd name="connsiteX8" fmla="*/ 370335 w 3084654"/>
                <a:gd name="connsiteY8" fmla="*/ 5003093 h 5003093"/>
                <a:gd name="connsiteX9" fmla="*/ 305 w 3084654"/>
                <a:gd name="connsiteY9" fmla="*/ 4633063 h 5003093"/>
                <a:gd name="connsiteX10" fmla="*/ 306 w 3084654"/>
                <a:gd name="connsiteY10" fmla="*/ 3556046 h 5003093"/>
                <a:gd name="connsiteX0" fmla="*/ 306 w 3084654"/>
                <a:gd name="connsiteY0" fmla="*/ 3505636 h 4952683"/>
                <a:gd name="connsiteX1" fmla="*/ 255692 w 3084654"/>
                <a:gd name="connsiteY1" fmla="*/ 2886774 h 4952683"/>
                <a:gd name="connsiteX2" fmla="*/ 2217954 w 3084654"/>
                <a:gd name="connsiteY2" fmla="*/ 281357 h 4952683"/>
                <a:gd name="connsiteX3" fmla="*/ 2493404 w 3084654"/>
                <a:gd name="connsiteY3" fmla="*/ 128112 h 4952683"/>
                <a:gd name="connsiteX4" fmla="*/ 3022175 w 3084654"/>
                <a:gd name="connsiteY4" fmla="*/ 654337 h 4952683"/>
                <a:gd name="connsiteX5" fmla="*/ 3084654 w 3084654"/>
                <a:gd name="connsiteY5" fmla="*/ 1022316 h 4952683"/>
                <a:gd name="connsiteX6" fmla="*/ 3061794 w 3084654"/>
                <a:gd name="connsiteY6" fmla="*/ 4582653 h 4952683"/>
                <a:gd name="connsiteX7" fmla="*/ 2691764 w 3084654"/>
                <a:gd name="connsiteY7" fmla="*/ 4952683 h 4952683"/>
                <a:gd name="connsiteX8" fmla="*/ 370335 w 3084654"/>
                <a:gd name="connsiteY8" fmla="*/ 4952683 h 4952683"/>
                <a:gd name="connsiteX9" fmla="*/ 305 w 3084654"/>
                <a:gd name="connsiteY9" fmla="*/ 4582653 h 4952683"/>
                <a:gd name="connsiteX10" fmla="*/ 306 w 3084654"/>
                <a:gd name="connsiteY10" fmla="*/ 3505636 h 4952683"/>
                <a:gd name="connsiteX0" fmla="*/ 306 w 3084654"/>
                <a:gd name="connsiteY0" fmla="*/ 3463239 h 4910286"/>
                <a:gd name="connsiteX1" fmla="*/ 255692 w 3084654"/>
                <a:gd name="connsiteY1" fmla="*/ 2844377 h 4910286"/>
                <a:gd name="connsiteX2" fmla="*/ 2217954 w 3084654"/>
                <a:gd name="connsiteY2" fmla="*/ 238960 h 4910286"/>
                <a:gd name="connsiteX3" fmla="*/ 2493404 w 3084654"/>
                <a:gd name="connsiteY3" fmla="*/ 85715 h 4910286"/>
                <a:gd name="connsiteX4" fmla="*/ 3022175 w 3084654"/>
                <a:gd name="connsiteY4" fmla="*/ 611940 h 4910286"/>
                <a:gd name="connsiteX5" fmla="*/ 3084654 w 3084654"/>
                <a:gd name="connsiteY5" fmla="*/ 979919 h 4910286"/>
                <a:gd name="connsiteX6" fmla="*/ 3061794 w 3084654"/>
                <a:gd name="connsiteY6" fmla="*/ 4540256 h 4910286"/>
                <a:gd name="connsiteX7" fmla="*/ 2691764 w 3084654"/>
                <a:gd name="connsiteY7" fmla="*/ 4910286 h 4910286"/>
                <a:gd name="connsiteX8" fmla="*/ 370335 w 3084654"/>
                <a:gd name="connsiteY8" fmla="*/ 4910286 h 4910286"/>
                <a:gd name="connsiteX9" fmla="*/ 305 w 3084654"/>
                <a:gd name="connsiteY9" fmla="*/ 4540256 h 4910286"/>
                <a:gd name="connsiteX10" fmla="*/ 306 w 3084654"/>
                <a:gd name="connsiteY10" fmla="*/ 3463239 h 4910286"/>
                <a:gd name="connsiteX0" fmla="*/ 306 w 3084654"/>
                <a:gd name="connsiteY0" fmla="*/ 3377689 h 4824736"/>
                <a:gd name="connsiteX1" fmla="*/ 255692 w 3084654"/>
                <a:gd name="connsiteY1" fmla="*/ 2758827 h 4824736"/>
                <a:gd name="connsiteX2" fmla="*/ 2217954 w 3084654"/>
                <a:gd name="connsiteY2" fmla="*/ 153410 h 4824736"/>
                <a:gd name="connsiteX3" fmla="*/ 2493404 w 3084654"/>
                <a:gd name="connsiteY3" fmla="*/ 165 h 4824736"/>
                <a:gd name="connsiteX4" fmla="*/ 3022175 w 3084654"/>
                <a:gd name="connsiteY4" fmla="*/ 526390 h 4824736"/>
                <a:gd name="connsiteX5" fmla="*/ 3084654 w 3084654"/>
                <a:gd name="connsiteY5" fmla="*/ 894369 h 4824736"/>
                <a:gd name="connsiteX6" fmla="*/ 3061794 w 3084654"/>
                <a:gd name="connsiteY6" fmla="*/ 4454706 h 4824736"/>
                <a:gd name="connsiteX7" fmla="*/ 2691764 w 3084654"/>
                <a:gd name="connsiteY7" fmla="*/ 4824736 h 4824736"/>
                <a:gd name="connsiteX8" fmla="*/ 370335 w 3084654"/>
                <a:gd name="connsiteY8" fmla="*/ 4824736 h 4824736"/>
                <a:gd name="connsiteX9" fmla="*/ 305 w 3084654"/>
                <a:gd name="connsiteY9" fmla="*/ 4454706 h 4824736"/>
                <a:gd name="connsiteX10" fmla="*/ 306 w 3084654"/>
                <a:gd name="connsiteY10" fmla="*/ 3377689 h 4824736"/>
                <a:gd name="connsiteX0" fmla="*/ 306 w 3084654"/>
                <a:gd name="connsiteY0" fmla="*/ 3390464 h 4837511"/>
                <a:gd name="connsiteX1" fmla="*/ 255692 w 3084654"/>
                <a:gd name="connsiteY1" fmla="*/ 2771602 h 4837511"/>
                <a:gd name="connsiteX2" fmla="*/ 2217954 w 3084654"/>
                <a:gd name="connsiteY2" fmla="*/ 166185 h 4837511"/>
                <a:gd name="connsiteX3" fmla="*/ 2493404 w 3084654"/>
                <a:gd name="connsiteY3" fmla="*/ 12940 h 4837511"/>
                <a:gd name="connsiteX4" fmla="*/ 3015030 w 3084654"/>
                <a:gd name="connsiteY4" fmla="*/ 75465 h 4837511"/>
                <a:gd name="connsiteX5" fmla="*/ 3084654 w 3084654"/>
                <a:gd name="connsiteY5" fmla="*/ 907144 h 4837511"/>
                <a:gd name="connsiteX6" fmla="*/ 3061794 w 3084654"/>
                <a:gd name="connsiteY6" fmla="*/ 4467481 h 4837511"/>
                <a:gd name="connsiteX7" fmla="*/ 2691764 w 3084654"/>
                <a:gd name="connsiteY7" fmla="*/ 4837511 h 4837511"/>
                <a:gd name="connsiteX8" fmla="*/ 370335 w 3084654"/>
                <a:gd name="connsiteY8" fmla="*/ 4837511 h 4837511"/>
                <a:gd name="connsiteX9" fmla="*/ 305 w 3084654"/>
                <a:gd name="connsiteY9" fmla="*/ 4467481 h 4837511"/>
                <a:gd name="connsiteX10" fmla="*/ 306 w 3084654"/>
                <a:gd name="connsiteY10" fmla="*/ 3390464 h 4837511"/>
                <a:gd name="connsiteX0" fmla="*/ 306 w 3084654"/>
                <a:gd name="connsiteY0" fmla="*/ 3377689 h 4824736"/>
                <a:gd name="connsiteX1" fmla="*/ 255692 w 3084654"/>
                <a:gd name="connsiteY1" fmla="*/ 2758827 h 4824736"/>
                <a:gd name="connsiteX2" fmla="*/ 2217954 w 3084654"/>
                <a:gd name="connsiteY2" fmla="*/ 153410 h 4824736"/>
                <a:gd name="connsiteX3" fmla="*/ 2493404 w 3084654"/>
                <a:gd name="connsiteY3" fmla="*/ 165 h 4824736"/>
                <a:gd name="connsiteX4" fmla="*/ 3015030 w 3084654"/>
                <a:gd name="connsiteY4" fmla="*/ 62690 h 4824736"/>
                <a:gd name="connsiteX5" fmla="*/ 3084654 w 3084654"/>
                <a:gd name="connsiteY5" fmla="*/ 894369 h 4824736"/>
                <a:gd name="connsiteX6" fmla="*/ 3061794 w 3084654"/>
                <a:gd name="connsiteY6" fmla="*/ 4454706 h 4824736"/>
                <a:gd name="connsiteX7" fmla="*/ 2691764 w 3084654"/>
                <a:gd name="connsiteY7" fmla="*/ 4824736 h 4824736"/>
                <a:gd name="connsiteX8" fmla="*/ 370335 w 3084654"/>
                <a:gd name="connsiteY8" fmla="*/ 4824736 h 4824736"/>
                <a:gd name="connsiteX9" fmla="*/ 305 w 3084654"/>
                <a:gd name="connsiteY9" fmla="*/ 4454706 h 4824736"/>
                <a:gd name="connsiteX10" fmla="*/ 306 w 3084654"/>
                <a:gd name="connsiteY10" fmla="*/ 3377689 h 4824736"/>
                <a:gd name="connsiteX0" fmla="*/ 306 w 3084654"/>
                <a:gd name="connsiteY0" fmla="*/ 3380126 h 4827173"/>
                <a:gd name="connsiteX1" fmla="*/ 255692 w 3084654"/>
                <a:gd name="connsiteY1" fmla="*/ 2761264 h 4827173"/>
                <a:gd name="connsiteX2" fmla="*/ 2217954 w 3084654"/>
                <a:gd name="connsiteY2" fmla="*/ 155847 h 4827173"/>
                <a:gd name="connsiteX3" fmla="*/ 2493404 w 3084654"/>
                <a:gd name="connsiteY3" fmla="*/ 2602 h 4827173"/>
                <a:gd name="connsiteX4" fmla="*/ 2946432 w 3084654"/>
                <a:gd name="connsiteY4" fmla="*/ 0 h 4827173"/>
                <a:gd name="connsiteX5" fmla="*/ 3084654 w 3084654"/>
                <a:gd name="connsiteY5" fmla="*/ 896806 h 4827173"/>
                <a:gd name="connsiteX6" fmla="*/ 3061794 w 3084654"/>
                <a:gd name="connsiteY6" fmla="*/ 4457143 h 4827173"/>
                <a:gd name="connsiteX7" fmla="*/ 2691764 w 3084654"/>
                <a:gd name="connsiteY7" fmla="*/ 4827173 h 4827173"/>
                <a:gd name="connsiteX8" fmla="*/ 370335 w 3084654"/>
                <a:gd name="connsiteY8" fmla="*/ 4827173 h 4827173"/>
                <a:gd name="connsiteX9" fmla="*/ 305 w 3084654"/>
                <a:gd name="connsiteY9" fmla="*/ 4457143 h 4827173"/>
                <a:gd name="connsiteX10" fmla="*/ 306 w 3084654"/>
                <a:gd name="connsiteY10" fmla="*/ 3380126 h 4827173"/>
                <a:gd name="connsiteX0" fmla="*/ 306 w 3081796"/>
                <a:gd name="connsiteY0" fmla="*/ 3494549 h 4941596"/>
                <a:gd name="connsiteX1" fmla="*/ 255692 w 3081796"/>
                <a:gd name="connsiteY1" fmla="*/ 2875687 h 4941596"/>
                <a:gd name="connsiteX2" fmla="*/ 2217954 w 3081796"/>
                <a:gd name="connsiteY2" fmla="*/ 270270 h 4941596"/>
                <a:gd name="connsiteX3" fmla="*/ 2493404 w 3081796"/>
                <a:gd name="connsiteY3" fmla="*/ 117025 h 4941596"/>
                <a:gd name="connsiteX4" fmla="*/ 2946432 w 3081796"/>
                <a:gd name="connsiteY4" fmla="*/ 114423 h 4941596"/>
                <a:gd name="connsiteX5" fmla="*/ 3081796 w 3081796"/>
                <a:gd name="connsiteY5" fmla="*/ 305258 h 4941596"/>
                <a:gd name="connsiteX6" fmla="*/ 3061794 w 3081796"/>
                <a:gd name="connsiteY6" fmla="*/ 4571566 h 4941596"/>
                <a:gd name="connsiteX7" fmla="*/ 2691764 w 3081796"/>
                <a:gd name="connsiteY7" fmla="*/ 4941596 h 4941596"/>
                <a:gd name="connsiteX8" fmla="*/ 370335 w 3081796"/>
                <a:gd name="connsiteY8" fmla="*/ 4941596 h 4941596"/>
                <a:gd name="connsiteX9" fmla="*/ 305 w 3081796"/>
                <a:gd name="connsiteY9" fmla="*/ 4571566 h 4941596"/>
                <a:gd name="connsiteX10" fmla="*/ 306 w 3081796"/>
                <a:gd name="connsiteY10" fmla="*/ 3494549 h 4941596"/>
                <a:gd name="connsiteX0" fmla="*/ 306 w 3081796"/>
                <a:gd name="connsiteY0" fmla="*/ 3380126 h 4827173"/>
                <a:gd name="connsiteX1" fmla="*/ 255692 w 3081796"/>
                <a:gd name="connsiteY1" fmla="*/ 2761264 h 4827173"/>
                <a:gd name="connsiteX2" fmla="*/ 2217954 w 3081796"/>
                <a:gd name="connsiteY2" fmla="*/ 155847 h 4827173"/>
                <a:gd name="connsiteX3" fmla="*/ 2493404 w 3081796"/>
                <a:gd name="connsiteY3" fmla="*/ 2602 h 4827173"/>
                <a:gd name="connsiteX4" fmla="*/ 2946432 w 3081796"/>
                <a:gd name="connsiteY4" fmla="*/ 0 h 4827173"/>
                <a:gd name="connsiteX5" fmla="*/ 3081796 w 3081796"/>
                <a:gd name="connsiteY5" fmla="*/ 190835 h 4827173"/>
                <a:gd name="connsiteX6" fmla="*/ 3061794 w 3081796"/>
                <a:gd name="connsiteY6" fmla="*/ 4457143 h 4827173"/>
                <a:gd name="connsiteX7" fmla="*/ 2691764 w 3081796"/>
                <a:gd name="connsiteY7" fmla="*/ 4827173 h 4827173"/>
                <a:gd name="connsiteX8" fmla="*/ 370335 w 3081796"/>
                <a:gd name="connsiteY8" fmla="*/ 4827173 h 4827173"/>
                <a:gd name="connsiteX9" fmla="*/ 305 w 3081796"/>
                <a:gd name="connsiteY9" fmla="*/ 4457143 h 4827173"/>
                <a:gd name="connsiteX10" fmla="*/ 306 w 3081796"/>
                <a:gd name="connsiteY10" fmla="*/ 3380126 h 4827173"/>
                <a:gd name="connsiteX0" fmla="*/ 306 w 3081796"/>
                <a:gd name="connsiteY0" fmla="*/ 3380126 h 4827173"/>
                <a:gd name="connsiteX1" fmla="*/ 255692 w 3081796"/>
                <a:gd name="connsiteY1" fmla="*/ 2761264 h 4827173"/>
                <a:gd name="connsiteX2" fmla="*/ 2217954 w 3081796"/>
                <a:gd name="connsiteY2" fmla="*/ 155847 h 4827173"/>
                <a:gd name="connsiteX3" fmla="*/ 2493404 w 3081796"/>
                <a:gd name="connsiteY3" fmla="*/ 2602 h 4827173"/>
                <a:gd name="connsiteX4" fmla="*/ 2946432 w 3081796"/>
                <a:gd name="connsiteY4" fmla="*/ 0 h 4827173"/>
                <a:gd name="connsiteX5" fmla="*/ 3081796 w 3081796"/>
                <a:gd name="connsiteY5" fmla="*/ 354954 h 4827173"/>
                <a:gd name="connsiteX6" fmla="*/ 3061794 w 3081796"/>
                <a:gd name="connsiteY6" fmla="*/ 4457143 h 4827173"/>
                <a:gd name="connsiteX7" fmla="*/ 2691764 w 3081796"/>
                <a:gd name="connsiteY7" fmla="*/ 4827173 h 4827173"/>
                <a:gd name="connsiteX8" fmla="*/ 370335 w 3081796"/>
                <a:gd name="connsiteY8" fmla="*/ 4827173 h 4827173"/>
                <a:gd name="connsiteX9" fmla="*/ 305 w 3081796"/>
                <a:gd name="connsiteY9" fmla="*/ 4457143 h 4827173"/>
                <a:gd name="connsiteX10" fmla="*/ 306 w 3081796"/>
                <a:gd name="connsiteY10" fmla="*/ 3380126 h 4827173"/>
                <a:gd name="connsiteX0" fmla="*/ 306 w 3081796"/>
                <a:gd name="connsiteY0" fmla="*/ 3380126 h 4827173"/>
                <a:gd name="connsiteX1" fmla="*/ 255692 w 3081796"/>
                <a:gd name="connsiteY1" fmla="*/ 2761264 h 4827173"/>
                <a:gd name="connsiteX2" fmla="*/ 2217954 w 3081796"/>
                <a:gd name="connsiteY2" fmla="*/ 155847 h 4827173"/>
                <a:gd name="connsiteX3" fmla="*/ 2493404 w 3081796"/>
                <a:gd name="connsiteY3" fmla="*/ 2602 h 4827173"/>
                <a:gd name="connsiteX4" fmla="*/ 2946432 w 3081796"/>
                <a:gd name="connsiteY4" fmla="*/ 0 h 4827173"/>
                <a:gd name="connsiteX5" fmla="*/ 3081796 w 3081796"/>
                <a:gd name="connsiteY5" fmla="*/ 354954 h 4827173"/>
                <a:gd name="connsiteX6" fmla="*/ 3061794 w 3081796"/>
                <a:gd name="connsiteY6" fmla="*/ 4457143 h 4827173"/>
                <a:gd name="connsiteX7" fmla="*/ 2691764 w 3081796"/>
                <a:gd name="connsiteY7" fmla="*/ 4827173 h 4827173"/>
                <a:gd name="connsiteX8" fmla="*/ 370335 w 3081796"/>
                <a:gd name="connsiteY8" fmla="*/ 4827173 h 4827173"/>
                <a:gd name="connsiteX9" fmla="*/ 305 w 3081796"/>
                <a:gd name="connsiteY9" fmla="*/ 4457143 h 4827173"/>
                <a:gd name="connsiteX10" fmla="*/ 306 w 3081796"/>
                <a:gd name="connsiteY10" fmla="*/ 3380126 h 4827173"/>
                <a:gd name="connsiteX0" fmla="*/ 306 w 3081796"/>
                <a:gd name="connsiteY0" fmla="*/ 3380126 h 4827173"/>
                <a:gd name="connsiteX1" fmla="*/ 255692 w 3081796"/>
                <a:gd name="connsiteY1" fmla="*/ 2761264 h 4827173"/>
                <a:gd name="connsiteX2" fmla="*/ 2217954 w 3081796"/>
                <a:gd name="connsiteY2" fmla="*/ 155847 h 4827173"/>
                <a:gd name="connsiteX3" fmla="*/ 2493404 w 3081796"/>
                <a:gd name="connsiteY3" fmla="*/ 2602 h 4827173"/>
                <a:gd name="connsiteX4" fmla="*/ 2933570 w 3081796"/>
                <a:gd name="connsiteY4" fmla="*/ 0 h 4827173"/>
                <a:gd name="connsiteX5" fmla="*/ 3081796 w 3081796"/>
                <a:gd name="connsiteY5" fmla="*/ 354954 h 4827173"/>
                <a:gd name="connsiteX6" fmla="*/ 3061794 w 3081796"/>
                <a:gd name="connsiteY6" fmla="*/ 4457143 h 4827173"/>
                <a:gd name="connsiteX7" fmla="*/ 2691764 w 3081796"/>
                <a:gd name="connsiteY7" fmla="*/ 4827173 h 4827173"/>
                <a:gd name="connsiteX8" fmla="*/ 370335 w 3081796"/>
                <a:gd name="connsiteY8" fmla="*/ 4827173 h 4827173"/>
                <a:gd name="connsiteX9" fmla="*/ 305 w 3081796"/>
                <a:gd name="connsiteY9" fmla="*/ 4457143 h 4827173"/>
                <a:gd name="connsiteX10" fmla="*/ 306 w 3081796"/>
                <a:gd name="connsiteY10" fmla="*/ 3380126 h 4827173"/>
                <a:gd name="connsiteX0" fmla="*/ 306 w 3081796"/>
                <a:gd name="connsiteY0" fmla="*/ 3380126 h 4827173"/>
                <a:gd name="connsiteX1" fmla="*/ 255692 w 3081796"/>
                <a:gd name="connsiteY1" fmla="*/ 2761264 h 4827173"/>
                <a:gd name="connsiteX2" fmla="*/ 2217954 w 3081796"/>
                <a:gd name="connsiteY2" fmla="*/ 155847 h 4827173"/>
                <a:gd name="connsiteX3" fmla="*/ 2493404 w 3081796"/>
                <a:gd name="connsiteY3" fmla="*/ 2602 h 4827173"/>
                <a:gd name="connsiteX4" fmla="*/ 2933570 w 3081796"/>
                <a:gd name="connsiteY4" fmla="*/ 0 h 4827173"/>
                <a:gd name="connsiteX5" fmla="*/ 3081796 w 3081796"/>
                <a:gd name="connsiteY5" fmla="*/ 354954 h 4827173"/>
                <a:gd name="connsiteX6" fmla="*/ 3061794 w 3081796"/>
                <a:gd name="connsiteY6" fmla="*/ 4457143 h 4827173"/>
                <a:gd name="connsiteX7" fmla="*/ 2691764 w 3081796"/>
                <a:gd name="connsiteY7" fmla="*/ 4827173 h 4827173"/>
                <a:gd name="connsiteX8" fmla="*/ 370335 w 3081796"/>
                <a:gd name="connsiteY8" fmla="*/ 4827173 h 4827173"/>
                <a:gd name="connsiteX9" fmla="*/ 305 w 3081796"/>
                <a:gd name="connsiteY9" fmla="*/ 4457143 h 4827173"/>
                <a:gd name="connsiteX10" fmla="*/ 306 w 3081796"/>
                <a:gd name="connsiteY10" fmla="*/ 3380126 h 4827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1796" h="4827173">
                  <a:moveTo>
                    <a:pt x="306" y="3380126"/>
                  </a:moveTo>
                  <a:cubicBezTo>
                    <a:pt x="306" y="3175764"/>
                    <a:pt x="137313" y="2860688"/>
                    <a:pt x="255692" y="2761264"/>
                  </a:cubicBezTo>
                  <a:lnTo>
                    <a:pt x="2217954" y="155847"/>
                  </a:lnTo>
                  <a:cubicBezTo>
                    <a:pt x="2278407" y="56436"/>
                    <a:pt x="2383253" y="-1058"/>
                    <a:pt x="2493404" y="2602"/>
                  </a:cubicBezTo>
                  <a:lnTo>
                    <a:pt x="2933570" y="0"/>
                  </a:lnTo>
                  <a:cubicBezTo>
                    <a:pt x="3011150" y="2282"/>
                    <a:pt x="3079480" y="210827"/>
                    <a:pt x="3081796" y="354954"/>
                  </a:cubicBezTo>
                  <a:cubicBezTo>
                    <a:pt x="3075129" y="1777057"/>
                    <a:pt x="3068461" y="3035040"/>
                    <a:pt x="3061794" y="4457143"/>
                  </a:cubicBezTo>
                  <a:cubicBezTo>
                    <a:pt x="3061794" y="4661505"/>
                    <a:pt x="2896126" y="4827173"/>
                    <a:pt x="2691764" y="4827173"/>
                  </a:cubicBezTo>
                  <a:lnTo>
                    <a:pt x="370335" y="4827173"/>
                  </a:lnTo>
                  <a:cubicBezTo>
                    <a:pt x="165973" y="4827173"/>
                    <a:pt x="305" y="4661505"/>
                    <a:pt x="305" y="4457143"/>
                  </a:cubicBezTo>
                  <a:cubicBezTo>
                    <a:pt x="1367" y="4061667"/>
                    <a:pt x="-756" y="3775602"/>
                    <a:pt x="306" y="3380126"/>
                  </a:cubicBezTo>
                  <a:close/>
                </a:path>
              </a:pathLst>
            </a:custGeom>
            <a:solidFill>
              <a:srgbClr val="84E291">
                <a:alpha val="25098"/>
              </a:srgb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area 5">
              <a:extLst>
                <a:ext uri="{FF2B5EF4-FFF2-40B4-BE49-F238E27FC236}">
                  <a16:creationId xmlns:a16="http://schemas.microsoft.com/office/drawing/2014/main" id="{D8511410-3CE9-7BA6-D4BC-973E4402977A}"/>
                </a:ext>
              </a:extLst>
            </p:cNvPr>
            <p:cNvSpPr/>
            <p:nvPr/>
          </p:nvSpPr>
          <p:spPr>
            <a:xfrm>
              <a:off x="4137972" y="1737306"/>
              <a:ext cx="3061489" cy="1913278"/>
            </a:xfrm>
            <a:prstGeom prst="roundRect">
              <a:avLst/>
            </a:prstGeom>
            <a:solidFill>
              <a:srgbClr val="84E291">
                <a:alpha val="25098"/>
              </a:srgb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area 4">
              <a:extLst>
                <a:ext uri="{FF2B5EF4-FFF2-40B4-BE49-F238E27FC236}">
                  <a16:creationId xmlns:a16="http://schemas.microsoft.com/office/drawing/2014/main" id="{457C976D-F2C2-6B79-F888-585CCA6169C4}"/>
                </a:ext>
              </a:extLst>
            </p:cNvPr>
            <p:cNvSpPr/>
            <p:nvPr/>
          </p:nvSpPr>
          <p:spPr>
            <a:xfrm>
              <a:off x="49659" y="16290"/>
              <a:ext cx="3862181" cy="3630555"/>
            </a:xfrm>
            <a:prstGeom prst="roundRect">
              <a:avLst/>
            </a:prstGeom>
            <a:solidFill>
              <a:srgbClr val="84E291">
                <a:alpha val="25098"/>
              </a:srgb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area 3">
              <a:extLst>
                <a:ext uri="{FF2B5EF4-FFF2-40B4-BE49-F238E27FC236}">
                  <a16:creationId xmlns:a16="http://schemas.microsoft.com/office/drawing/2014/main" id="{BB84B4AC-25ED-6099-8BE9-246335F27401}"/>
                </a:ext>
              </a:extLst>
            </p:cNvPr>
            <p:cNvSpPr/>
            <p:nvPr/>
          </p:nvSpPr>
          <p:spPr>
            <a:xfrm>
              <a:off x="8270844" y="1652011"/>
              <a:ext cx="3690108" cy="4189221"/>
            </a:xfrm>
            <a:custGeom>
              <a:avLst/>
              <a:gdLst>
                <a:gd name="connsiteX0" fmla="*/ 0 w 3061489"/>
                <a:gd name="connsiteY0" fmla="*/ 370030 h 2220137"/>
                <a:gd name="connsiteX1" fmla="*/ 370030 w 3061489"/>
                <a:gd name="connsiteY1" fmla="*/ 0 h 2220137"/>
                <a:gd name="connsiteX2" fmla="*/ 2691459 w 3061489"/>
                <a:gd name="connsiteY2" fmla="*/ 0 h 2220137"/>
                <a:gd name="connsiteX3" fmla="*/ 3061489 w 3061489"/>
                <a:gd name="connsiteY3" fmla="*/ 370030 h 2220137"/>
                <a:gd name="connsiteX4" fmla="*/ 3061489 w 3061489"/>
                <a:gd name="connsiteY4" fmla="*/ 1850107 h 2220137"/>
                <a:gd name="connsiteX5" fmla="*/ 2691459 w 3061489"/>
                <a:gd name="connsiteY5" fmla="*/ 2220137 h 2220137"/>
                <a:gd name="connsiteX6" fmla="*/ 370030 w 3061489"/>
                <a:gd name="connsiteY6" fmla="*/ 2220137 h 2220137"/>
                <a:gd name="connsiteX7" fmla="*/ 0 w 3061489"/>
                <a:gd name="connsiteY7" fmla="*/ 1850107 h 2220137"/>
                <a:gd name="connsiteX8" fmla="*/ 0 w 3061489"/>
                <a:gd name="connsiteY8" fmla="*/ 370030 h 2220137"/>
                <a:gd name="connsiteX0" fmla="*/ 0 w 3061489"/>
                <a:gd name="connsiteY0" fmla="*/ 2503630 h 4353737"/>
                <a:gd name="connsiteX1" fmla="*/ 370030 w 3061489"/>
                <a:gd name="connsiteY1" fmla="*/ 2133600 h 4353737"/>
                <a:gd name="connsiteX2" fmla="*/ 2836239 w 3061489"/>
                <a:gd name="connsiteY2" fmla="*/ 0 h 4353737"/>
                <a:gd name="connsiteX3" fmla="*/ 3061489 w 3061489"/>
                <a:gd name="connsiteY3" fmla="*/ 2503630 h 4353737"/>
                <a:gd name="connsiteX4" fmla="*/ 3061489 w 3061489"/>
                <a:gd name="connsiteY4" fmla="*/ 3983707 h 4353737"/>
                <a:gd name="connsiteX5" fmla="*/ 2691459 w 3061489"/>
                <a:gd name="connsiteY5" fmla="*/ 4353737 h 4353737"/>
                <a:gd name="connsiteX6" fmla="*/ 370030 w 3061489"/>
                <a:gd name="connsiteY6" fmla="*/ 4353737 h 4353737"/>
                <a:gd name="connsiteX7" fmla="*/ 0 w 3061489"/>
                <a:gd name="connsiteY7" fmla="*/ 3983707 h 4353737"/>
                <a:gd name="connsiteX8" fmla="*/ 0 w 3061489"/>
                <a:gd name="connsiteY8" fmla="*/ 2503630 h 4353737"/>
                <a:gd name="connsiteX0" fmla="*/ 0 w 3084349"/>
                <a:gd name="connsiteY0" fmla="*/ 2503630 h 4353737"/>
                <a:gd name="connsiteX1" fmla="*/ 370030 w 3084349"/>
                <a:gd name="connsiteY1" fmla="*/ 2133600 h 4353737"/>
                <a:gd name="connsiteX2" fmla="*/ 2836239 w 3084349"/>
                <a:gd name="connsiteY2" fmla="*/ 0 h 4353737"/>
                <a:gd name="connsiteX3" fmla="*/ 3084349 w 3084349"/>
                <a:gd name="connsiteY3" fmla="*/ 423370 h 4353737"/>
                <a:gd name="connsiteX4" fmla="*/ 3061489 w 3084349"/>
                <a:gd name="connsiteY4" fmla="*/ 3983707 h 4353737"/>
                <a:gd name="connsiteX5" fmla="*/ 2691459 w 3084349"/>
                <a:gd name="connsiteY5" fmla="*/ 4353737 h 4353737"/>
                <a:gd name="connsiteX6" fmla="*/ 370030 w 3084349"/>
                <a:gd name="connsiteY6" fmla="*/ 4353737 h 4353737"/>
                <a:gd name="connsiteX7" fmla="*/ 0 w 3084349"/>
                <a:gd name="connsiteY7" fmla="*/ 3983707 h 4353737"/>
                <a:gd name="connsiteX8" fmla="*/ 0 w 3084349"/>
                <a:gd name="connsiteY8" fmla="*/ 2503630 h 4353737"/>
                <a:gd name="connsiteX0" fmla="*/ 0 w 3084349"/>
                <a:gd name="connsiteY0" fmla="*/ 2503630 h 4353737"/>
                <a:gd name="connsiteX1" fmla="*/ 370030 w 3084349"/>
                <a:gd name="connsiteY1" fmla="*/ 2133600 h 4353737"/>
                <a:gd name="connsiteX2" fmla="*/ 2836239 w 3084349"/>
                <a:gd name="connsiteY2" fmla="*/ 0 h 4353737"/>
                <a:gd name="connsiteX3" fmla="*/ 3084349 w 3084349"/>
                <a:gd name="connsiteY3" fmla="*/ 423370 h 4353737"/>
                <a:gd name="connsiteX4" fmla="*/ 3061489 w 3084349"/>
                <a:gd name="connsiteY4" fmla="*/ 3983707 h 4353737"/>
                <a:gd name="connsiteX5" fmla="*/ 2691459 w 3084349"/>
                <a:gd name="connsiteY5" fmla="*/ 4353737 h 4353737"/>
                <a:gd name="connsiteX6" fmla="*/ 370030 w 3084349"/>
                <a:gd name="connsiteY6" fmla="*/ 4353737 h 4353737"/>
                <a:gd name="connsiteX7" fmla="*/ 0 w 3084349"/>
                <a:gd name="connsiteY7" fmla="*/ 3983707 h 4353737"/>
                <a:gd name="connsiteX8" fmla="*/ 0 w 3084349"/>
                <a:gd name="connsiteY8" fmla="*/ 2503630 h 4353737"/>
                <a:gd name="connsiteX0" fmla="*/ 0 w 3084349"/>
                <a:gd name="connsiteY0" fmla="*/ 2461720 h 4311827"/>
                <a:gd name="connsiteX1" fmla="*/ 370030 w 3084349"/>
                <a:gd name="connsiteY1" fmla="*/ 2091690 h 4311827"/>
                <a:gd name="connsiteX2" fmla="*/ 2775733 w 3084349"/>
                <a:gd name="connsiteY2" fmla="*/ 0 h 4311827"/>
                <a:gd name="connsiteX3" fmla="*/ 3084349 w 3084349"/>
                <a:gd name="connsiteY3" fmla="*/ 381460 h 4311827"/>
                <a:gd name="connsiteX4" fmla="*/ 3061489 w 3084349"/>
                <a:gd name="connsiteY4" fmla="*/ 3941797 h 4311827"/>
                <a:gd name="connsiteX5" fmla="*/ 2691459 w 3084349"/>
                <a:gd name="connsiteY5" fmla="*/ 4311827 h 4311827"/>
                <a:gd name="connsiteX6" fmla="*/ 370030 w 3084349"/>
                <a:gd name="connsiteY6" fmla="*/ 4311827 h 4311827"/>
                <a:gd name="connsiteX7" fmla="*/ 0 w 3084349"/>
                <a:gd name="connsiteY7" fmla="*/ 3941797 h 4311827"/>
                <a:gd name="connsiteX8" fmla="*/ 0 w 3084349"/>
                <a:gd name="connsiteY8" fmla="*/ 2461720 h 4311827"/>
                <a:gd name="connsiteX0" fmla="*/ 0 w 3084349"/>
                <a:gd name="connsiteY0" fmla="*/ 2488738 h 4338845"/>
                <a:gd name="connsiteX1" fmla="*/ 370030 w 3084349"/>
                <a:gd name="connsiteY1" fmla="*/ 2118708 h 4338845"/>
                <a:gd name="connsiteX2" fmla="*/ 2775733 w 3084349"/>
                <a:gd name="connsiteY2" fmla="*/ 27018 h 4338845"/>
                <a:gd name="connsiteX3" fmla="*/ 3084349 w 3084349"/>
                <a:gd name="connsiteY3" fmla="*/ 408478 h 4338845"/>
                <a:gd name="connsiteX4" fmla="*/ 3061489 w 3084349"/>
                <a:gd name="connsiteY4" fmla="*/ 3968815 h 4338845"/>
                <a:gd name="connsiteX5" fmla="*/ 2691459 w 3084349"/>
                <a:gd name="connsiteY5" fmla="*/ 4338845 h 4338845"/>
                <a:gd name="connsiteX6" fmla="*/ 370030 w 3084349"/>
                <a:gd name="connsiteY6" fmla="*/ 4338845 h 4338845"/>
                <a:gd name="connsiteX7" fmla="*/ 0 w 3084349"/>
                <a:gd name="connsiteY7" fmla="*/ 3968815 h 4338845"/>
                <a:gd name="connsiteX8" fmla="*/ 0 w 3084349"/>
                <a:gd name="connsiteY8" fmla="*/ 2488738 h 4338845"/>
                <a:gd name="connsiteX0" fmla="*/ 0 w 3084349"/>
                <a:gd name="connsiteY0" fmla="*/ 2512536 h 4362643"/>
                <a:gd name="connsiteX1" fmla="*/ 370030 w 3084349"/>
                <a:gd name="connsiteY1" fmla="*/ 2142506 h 4362643"/>
                <a:gd name="connsiteX2" fmla="*/ 2775733 w 3084349"/>
                <a:gd name="connsiteY2" fmla="*/ 50816 h 4362643"/>
                <a:gd name="connsiteX3" fmla="*/ 3084349 w 3084349"/>
                <a:gd name="connsiteY3" fmla="*/ 432276 h 4362643"/>
                <a:gd name="connsiteX4" fmla="*/ 3061489 w 3084349"/>
                <a:gd name="connsiteY4" fmla="*/ 3992613 h 4362643"/>
                <a:gd name="connsiteX5" fmla="*/ 2691459 w 3084349"/>
                <a:gd name="connsiteY5" fmla="*/ 4362643 h 4362643"/>
                <a:gd name="connsiteX6" fmla="*/ 370030 w 3084349"/>
                <a:gd name="connsiteY6" fmla="*/ 4362643 h 4362643"/>
                <a:gd name="connsiteX7" fmla="*/ 0 w 3084349"/>
                <a:gd name="connsiteY7" fmla="*/ 3992613 h 4362643"/>
                <a:gd name="connsiteX8" fmla="*/ 0 w 3084349"/>
                <a:gd name="connsiteY8" fmla="*/ 2512536 h 4362643"/>
                <a:gd name="connsiteX0" fmla="*/ 0 w 3084349"/>
                <a:gd name="connsiteY0" fmla="*/ 2512536 h 4362643"/>
                <a:gd name="connsiteX1" fmla="*/ 242648 w 3084349"/>
                <a:gd name="connsiteY1" fmla="*/ 2197742 h 4362643"/>
                <a:gd name="connsiteX2" fmla="*/ 2775733 w 3084349"/>
                <a:gd name="connsiteY2" fmla="*/ 50816 h 4362643"/>
                <a:gd name="connsiteX3" fmla="*/ 3084349 w 3084349"/>
                <a:gd name="connsiteY3" fmla="*/ 432276 h 4362643"/>
                <a:gd name="connsiteX4" fmla="*/ 3061489 w 3084349"/>
                <a:gd name="connsiteY4" fmla="*/ 3992613 h 4362643"/>
                <a:gd name="connsiteX5" fmla="*/ 2691459 w 3084349"/>
                <a:gd name="connsiteY5" fmla="*/ 4362643 h 4362643"/>
                <a:gd name="connsiteX6" fmla="*/ 370030 w 3084349"/>
                <a:gd name="connsiteY6" fmla="*/ 4362643 h 4362643"/>
                <a:gd name="connsiteX7" fmla="*/ 0 w 3084349"/>
                <a:gd name="connsiteY7" fmla="*/ 3992613 h 4362643"/>
                <a:gd name="connsiteX8" fmla="*/ 0 w 3084349"/>
                <a:gd name="connsiteY8" fmla="*/ 2512536 h 4362643"/>
                <a:gd name="connsiteX0" fmla="*/ 0 w 3084349"/>
                <a:gd name="connsiteY0" fmla="*/ 2512536 h 4362643"/>
                <a:gd name="connsiteX1" fmla="*/ 242648 w 3084349"/>
                <a:gd name="connsiteY1" fmla="*/ 2197742 h 4362643"/>
                <a:gd name="connsiteX2" fmla="*/ 2775733 w 3084349"/>
                <a:gd name="connsiteY2" fmla="*/ 50816 h 4362643"/>
                <a:gd name="connsiteX3" fmla="*/ 3084349 w 3084349"/>
                <a:gd name="connsiteY3" fmla="*/ 432276 h 4362643"/>
                <a:gd name="connsiteX4" fmla="*/ 3061489 w 3084349"/>
                <a:gd name="connsiteY4" fmla="*/ 3992613 h 4362643"/>
                <a:gd name="connsiteX5" fmla="*/ 2691459 w 3084349"/>
                <a:gd name="connsiteY5" fmla="*/ 4362643 h 4362643"/>
                <a:gd name="connsiteX6" fmla="*/ 370030 w 3084349"/>
                <a:gd name="connsiteY6" fmla="*/ 4362643 h 4362643"/>
                <a:gd name="connsiteX7" fmla="*/ 0 w 3084349"/>
                <a:gd name="connsiteY7" fmla="*/ 3992613 h 4362643"/>
                <a:gd name="connsiteX8" fmla="*/ 0 w 3084349"/>
                <a:gd name="connsiteY8" fmla="*/ 2512536 h 4362643"/>
                <a:gd name="connsiteX0" fmla="*/ 0 w 3084349"/>
                <a:gd name="connsiteY0" fmla="*/ 2545678 h 4362643"/>
                <a:gd name="connsiteX1" fmla="*/ 242648 w 3084349"/>
                <a:gd name="connsiteY1" fmla="*/ 2197742 h 4362643"/>
                <a:gd name="connsiteX2" fmla="*/ 2775733 w 3084349"/>
                <a:gd name="connsiteY2" fmla="*/ 50816 h 4362643"/>
                <a:gd name="connsiteX3" fmla="*/ 3084349 w 3084349"/>
                <a:gd name="connsiteY3" fmla="*/ 432276 h 4362643"/>
                <a:gd name="connsiteX4" fmla="*/ 3061489 w 3084349"/>
                <a:gd name="connsiteY4" fmla="*/ 3992613 h 4362643"/>
                <a:gd name="connsiteX5" fmla="*/ 2691459 w 3084349"/>
                <a:gd name="connsiteY5" fmla="*/ 4362643 h 4362643"/>
                <a:gd name="connsiteX6" fmla="*/ 370030 w 3084349"/>
                <a:gd name="connsiteY6" fmla="*/ 4362643 h 4362643"/>
                <a:gd name="connsiteX7" fmla="*/ 0 w 3084349"/>
                <a:gd name="connsiteY7" fmla="*/ 3992613 h 4362643"/>
                <a:gd name="connsiteX8" fmla="*/ 0 w 3084349"/>
                <a:gd name="connsiteY8" fmla="*/ 2545678 h 4362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84349" h="4362643">
                  <a:moveTo>
                    <a:pt x="0" y="2545678"/>
                  </a:moveTo>
                  <a:cubicBezTo>
                    <a:pt x="0" y="2341316"/>
                    <a:pt x="124269" y="2297166"/>
                    <a:pt x="242648" y="2197742"/>
                  </a:cubicBezTo>
                  <a:lnTo>
                    <a:pt x="2775733" y="50816"/>
                  </a:lnTo>
                  <a:cubicBezTo>
                    <a:pt x="2973726" y="-133577"/>
                    <a:pt x="3084349" y="227914"/>
                    <a:pt x="3084349" y="432276"/>
                  </a:cubicBezTo>
                  <a:lnTo>
                    <a:pt x="3061489" y="3992613"/>
                  </a:lnTo>
                  <a:cubicBezTo>
                    <a:pt x="3061489" y="4196975"/>
                    <a:pt x="2895821" y="4362643"/>
                    <a:pt x="2691459" y="4362643"/>
                  </a:cubicBezTo>
                  <a:lnTo>
                    <a:pt x="370030" y="4362643"/>
                  </a:lnTo>
                  <a:cubicBezTo>
                    <a:pt x="165668" y="4362643"/>
                    <a:pt x="0" y="4196975"/>
                    <a:pt x="0" y="3992613"/>
                  </a:cubicBezTo>
                  <a:lnTo>
                    <a:pt x="0" y="2545678"/>
                  </a:lnTo>
                  <a:close/>
                </a:path>
              </a:pathLst>
            </a:custGeom>
            <a:solidFill>
              <a:srgbClr val="84E291">
                <a:alpha val="25098"/>
              </a:srgb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area 2">
              <a:extLst>
                <a:ext uri="{FF2B5EF4-FFF2-40B4-BE49-F238E27FC236}">
                  <a16:creationId xmlns:a16="http://schemas.microsoft.com/office/drawing/2014/main" id="{B79F9E4D-AADA-19F2-C1CB-8538F6F66C1E}"/>
                </a:ext>
              </a:extLst>
            </p:cNvPr>
            <p:cNvSpPr/>
            <p:nvPr/>
          </p:nvSpPr>
          <p:spPr>
            <a:xfrm>
              <a:off x="3980112" y="3979309"/>
              <a:ext cx="2726586" cy="1960680"/>
            </a:xfrm>
            <a:prstGeom prst="roundRect">
              <a:avLst/>
            </a:prstGeom>
            <a:solidFill>
              <a:srgbClr val="84E291">
                <a:alpha val="25098"/>
              </a:srgb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area 1">
              <a:extLst>
                <a:ext uri="{FF2B5EF4-FFF2-40B4-BE49-F238E27FC236}">
                  <a16:creationId xmlns:a16="http://schemas.microsoft.com/office/drawing/2014/main" id="{616E1C22-B448-CDFD-5AF0-893B45E51AD2}"/>
                </a:ext>
              </a:extLst>
            </p:cNvPr>
            <p:cNvSpPr/>
            <p:nvPr/>
          </p:nvSpPr>
          <p:spPr>
            <a:xfrm>
              <a:off x="231048" y="3962481"/>
              <a:ext cx="3404560" cy="1975901"/>
            </a:xfrm>
            <a:prstGeom prst="roundRect">
              <a:avLst/>
            </a:prstGeom>
            <a:solidFill>
              <a:srgbClr val="84E291">
                <a:alpha val="25098"/>
              </a:srgb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E288B8A1-C394-DAA1-7A94-09DF9CC42AF0}"/>
                </a:ext>
              </a:extLst>
            </p:cNvPr>
            <p:cNvSpPr txBox="1"/>
            <p:nvPr/>
          </p:nvSpPr>
          <p:spPr>
            <a:xfrm>
              <a:off x="376344" y="3917030"/>
              <a:ext cx="706814" cy="8981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 anchorCtr="0">
              <a:noAutofit/>
            </a:bodyPr>
            <a:lstStyle/>
            <a:p>
              <a:r>
                <a:rPr lang="en-US" sz="4800" b="1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1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6ECFA57D-61AA-D164-7EEB-92F744FE19DF}"/>
                </a:ext>
              </a:extLst>
            </p:cNvPr>
            <p:cNvSpPr txBox="1"/>
            <p:nvPr/>
          </p:nvSpPr>
          <p:spPr>
            <a:xfrm>
              <a:off x="4013406" y="3921867"/>
              <a:ext cx="706814" cy="8981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 anchorCtr="0">
              <a:noAutofit/>
            </a:bodyPr>
            <a:lstStyle/>
            <a:p>
              <a:r>
                <a:rPr lang="en-US" sz="4800" b="1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2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8BC0486-CF6C-4FEC-80DE-F4E10257E5A2}"/>
                </a:ext>
              </a:extLst>
            </p:cNvPr>
            <p:cNvSpPr txBox="1"/>
            <p:nvPr/>
          </p:nvSpPr>
          <p:spPr>
            <a:xfrm>
              <a:off x="9474018" y="3030098"/>
              <a:ext cx="706814" cy="8981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 anchorCtr="0">
              <a:noAutofit/>
            </a:bodyPr>
            <a:lstStyle/>
            <a:p>
              <a:r>
                <a:rPr lang="en-US" sz="4800" b="1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3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5187468-EDE6-3296-39DC-62F18302A1AB}"/>
                </a:ext>
              </a:extLst>
            </p:cNvPr>
            <p:cNvSpPr txBox="1"/>
            <p:nvPr/>
          </p:nvSpPr>
          <p:spPr>
            <a:xfrm>
              <a:off x="148335" y="853770"/>
              <a:ext cx="706814" cy="8981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 anchorCtr="0">
              <a:noAutofit/>
            </a:bodyPr>
            <a:lstStyle/>
            <a:p>
              <a:r>
                <a:rPr lang="en-US" sz="4800" b="1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4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BEC22BA0-970E-C5D2-84B3-F17FEA94EE20}"/>
                </a:ext>
              </a:extLst>
            </p:cNvPr>
            <p:cNvSpPr txBox="1"/>
            <p:nvPr/>
          </p:nvSpPr>
          <p:spPr>
            <a:xfrm>
              <a:off x="5550934" y="1824770"/>
              <a:ext cx="706814" cy="8981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 anchorCtr="0">
              <a:noAutofit/>
            </a:bodyPr>
            <a:lstStyle/>
            <a:p>
              <a:r>
                <a:rPr lang="en-US" sz="4800" b="1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5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8C27F8A9-B61D-2FCA-D28F-5FEEEE23F13F}"/>
                </a:ext>
              </a:extLst>
            </p:cNvPr>
            <p:cNvSpPr txBox="1"/>
            <p:nvPr/>
          </p:nvSpPr>
          <p:spPr>
            <a:xfrm>
              <a:off x="8710169" y="-127371"/>
              <a:ext cx="706814" cy="8981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 anchorCtr="0">
              <a:noAutofit/>
            </a:bodyPr>
            <a:lstStyle/>
            <a:p>
              <a:r>
                <a:rPr lang="en-US" sz="4800" b="1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6</a:t>
              </a:r>
            </a:p>
          </p:txBody>
        </p:sp>
      </p:grpSp>
      <p:grpSp>
        <p:nvGrpSpPr>
          <p:cNvPr id="39" name="annotations">
            <a:extLst>
              <a:ext uri="{FF2B5EF4-FFF2-40B4-BE49-F238E27FC236}">
                <a16:creationId xmlns:a16="http://schemas.microsoft.com/office/drawing/2014/main" id="{0ABCA981-BA88-B08A-78C5-D7FF548AC3E8}"/>
              </a:ext>
            </a:extLst>
          </p:cNvPr>
          <p:cNvGrpSpPr/>
          <p:nvPr/>
        </p:nvGrpSpPr>
        <p:grpSpPr>
          <a:xfrm>
            <a:off x="1409072" y="466301"/>
            <a:ext cx="10217049" cy="6493587"/>
            <a:chOff x="1409072" y="466301"/>
            <a:chExt cx="10217049" cy="6493587"/>
          </a:xfrm>
        </p:grpSpPr>
        <p:sp>
          <p:nvSpPr>
            <p:cNvPr id="33" name="Right Brace 32">
              <a:extLst>
                <a:ext uri="{FF2B5EF4-FFF2-40B4-BE49-F238E27FC236}">
                  <a16:creationId xmlns:a16="http://schemas.microsoft.com/office/drawing/2014/main" id="{EC9AC8D0-37DC-FD90-2945-DF1D6BB38BD5}"/>
                </a:ext>
              </a:extLst>
            </p:cNvPr>
            <p:cNvSpPr/>
            <p:nvPr/>
          </p:nvSpPr>
          <p:spPr>
            <a:xfrm rot="16200000">
              <a:off x="6414185" y="-619448"/>
              <a:ext cx="389338" cy="4421517"/>
            </a:xfrm>
            <a:prstGeom prst="rightBrace">
              <a:avLst>
                <a:gd name="adj1" fmla="val 47236"/>
                <a:gd name="adj2" fmla="val 50000"/>
              </a:avLst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ight Brace 33">
              <a:extLst>
                <a:ext uri="{FF2B5EF4-FFF2-40B4-BE49-F238E27FC236}">
                  <a16:creationId xmlns:a16="http://schemas.microsoft.com/office/drawing/2014/main" id="{F306010B-5065-9211-98E4-B978F87694CF}"/>
                </a:ext>
              </a:extLst>
            </p:cNvPr>
            <p:cNvSpPr/>
            <p:nvPr/>
          </p:nvSpPr>
          <p:spPr>
            <a:xfrm rot="5400000" flipV="1">
              <a:off x="5594688" y="2586466"/>
              <a:ext cx="357417" cy="7437444"/>
            </a:xfrm>
            <a:prstGeom prst="rightBrace">
              <a:avLst>
                <a:gd name="adj1" fmla="val 47236"/>
                <a:gd name="adj2" fmla="val 50000"/>
              </a:avLst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0B54D1F-6D62-89B6-49A2-411C99355AA4}"/>
                </a:ext>
              </a:extLst>
            </p:cNvPr>
            <p:cNvSpPr txBox="1"/>
            <p:nvPr/>
          </p:nvSpPr>
          <p:spPr>
            <a:xfrm>
              <a:off x="5154655" y="597800"/>
              <a:ext cx="2706745" cy="9578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sz="2200" dirty="0"/>
                <a:t>Three-way switches controlling that light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E53790D3-D724-4A52-CD29-904E5C485ECA}"/>
                </a:ext>
              </a:extLst>
            </p:cNvPr>
            <p:cNvCxnSpPr>
              <a:cxnSpLocks/>
              <a:stCxn id="35" idx="3"/>
            </p:cNvCxnSpPr>
            <p:nvPr/>
          </p:nvCxnSpPr>
          <p:spPr>
            <a:xfrm flipV="1">
              <a:off x="7861400" y="907968"/>
              <a:ext cx="2703429" cy="16874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344E963-7C12-4A55-8B72-F8953A25176F}"/>
                </a:ext>
              </a:extLst>
            </p:cNvPr>
            <p:cNvSpPr txBox="1"/>
            <p:nvPr/>
          </p:nvSpPr>
          <p:spPr>
            <a:xfrm>
              <a:off x="2258050" y="466301"/>
              <a:ext cx="1991700" cy="9000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r>
                <a:rPr lang="en-US" sz="2000" dirty="0"/>
                <a:t>This light from that switch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E7881A5D-EE90-C7A9-B426-99C548D58D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09072" y="813423"/>
              <a:ext cx="814910" cy="10289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D34DF418-5417-7D8F-6274-BB8CB6DEABBB}"/>
                </a:ext>
              </a:extLst>
            </p:cNvPr>
            <p:cNvCxnSpPr>
              <a:cxnSpLocks/>
            </p:cNvCxnSpPr>
            <p:nvPr/>
          </p:nvCxnSpPr>
          <p:spPr>
            <a:xfrm>
              <a:off x="2541647" y="1235343"/>
              <a:ext cx="37065" cy="76251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4E92A68-3CBA-6496-0EC4-18E203C89F75}"/>
                </a:ext>
              </a:extLst>
            </p:cNvPr>
            <p:cNvSpPr txBox="1"/>
            <p:nvPr/>
          </p:nvSpPr>
          <p:spPr>
            <a:xfrm>
              <a:off x="6458882" y="3988991"/>
              <a:ext cx="1670451" cy="11923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algn="r"/>
              <a:r>
                <a:rPr lang="en-US" sz="2000" dirty="0"/>
                <a:t>Switched</a:t>
              </a:r>
            </a:p>
            <a:p>
              <a:pPr algn="r">
                <a:lnSpc>
                  <a:spcPct val="150000"/>
                </a:lnSpc>
              </a:pPr>
              <a:r>
                <a:rPr lang="en-US" sz="2000" dirty="0"/>
                <a:t>Unswitched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BBEC5C5-DFA0-F2FF-C326-DF998AFACCA7}"/>
                </a:ext>
              </a:extLst>
            </p:cNvPr>
            <p:cNvSpPr txBox="1"/>
            <p:nvPr/>
          </p:nvSpPr>
          <p:spPr>
            <a:xfrm>
              <a:off x="3092792" y="6426703"/>
              <a:ext cx="7088040" cy="5331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sz="2200" dirty="0"/>
                <a:t>GFCI on left protects light #6 and all three receptacles</a:t>
              </a: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99BE7788-05C4-AA47-72FE-F00FB849C539}"/>
                </a:ext>
              </a:extLst>
            </p:cNvPr>
            <p:cNvCxnSpPr>
              <a:cxnSpLocks/>
            </p:cNvCxnSpPr>
            <p:nvPr/>
          </p:nvCxnSpPr>
          <p:spPr>
            <a:xfrm>
              <a:off x="8099300" y="4326447"/>
              <a:ext cx="502926" cy="17459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0E5B5F14-9BFA-CF56-E6B8-41610AECE400}"/>
                </a:ext>
              </a:extLst>
            </p:cNvPr>
            <p:cNvCxnSpPr>
              <a:cxnSpLocks/>
            </p:cNvCxnSpPr>
            <p:nvPr/>
          </p:nvCxnSpPr>
          <p:spPr>
            <a:xfrm>
              <a:off x="8099300" y="4863091"/>
              <a:ext cx="502926" cy="17459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71F24C3-4AB1-F240-4465-32FA91B20310}"/>
                </a:ext>
              </a:extLst>
            </p:cNvPr>
            <p:cNvSpPr txBox="1"/>
            <p:nvPr/>
          </p:nvSpPr>
          <p:spPr>
            <a:xfrm>
              <a:off x="9788406" y="4631012"/>
              <a:ext cx="1837715" cy="11923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r>
                <a:rPr lang="en-US" sz="2000" dirty="0"/>
                <a:t>top outlet switched here</a:t>
              </a: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0BD47743-51A2-442D-E2DD-781285F7BD7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2246" y="4543951"/>
              <a:ext cx="641172" cy="45439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1913FEAC-A1F4-994C-40FD-415975E266B8}"/>
                </a:ext>
              </a:extLst>
            </p:cNvPr>
            <p:cNvCxnSpPr>
              <a:cxnSpLocks/>
              <a:endCxn id="11" idx="2"/>
            </p:cNvCxnSpPr>
            <p:nvPr/>
          </p:nvCxnSpPr>
          <p:spPr>
            <a:xfrm flipV="1">
              <a:off x="11180727" y="4056755"/>
              <a:ext cx="30654" cy="108420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034E0ED-458E-C22C-BCE7-035980595343}"/>
                </a:ext>
              </a:extLst>
            </p:cNvPr>
            <p:cNvSpPr txBox="1"/>
            <p:nvPr/>
          </p:nvSpPr>
          <p:spPr>
            <a:xfrm>
              <a:off x="2381963" y="5465756"/>
              <a:ext cx="794386" cy="5331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sz="2000" dirty="0"/>
                <a:t>GFCI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95D8014-EFCB-9D82-A372-16BC70ABC4B0}"/>
                </a:ext>
              </a:extLst>
            </p:cNvPr>
            <p:cNvSpPr txBox="1"/>
            <p:nvPr/>
          </p:nvSpPr>
          <p:spPr>
            <a:xfrm>
              <a:off x="1905023" y="3056894"/>
              <a:ext cx="1412520" cy="9870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sz="2200" b="1" dirty="0"/>
                <a:t>NOT</a:t>
              </a:r>
              <a:r>
                <a:rPr lang="en-US" sz="2200" dirty="0"/>
                <a:t> protected</a:t>
              </a:r>
            </a:p>
            <a:p>
              <a:pPr>
                <a:lnSpc>
                  <a:spcPct val="80000"/>
                </a:lnSpc>
              </a:pPr>
              <a:r>
                <a:rPr lang="en-US" sz="2200" dirty="0"/>
                <a:t>by GFCI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185EF6D-D747-F1FC-625B-BB1C3BFE9BB4}"/>
              </a:ext>
            </a:extLst>
          </p:cNvPr>
          <p:cNvSpPr txBox="1"/>
          <p:nvPr/>
        </p:nvSpPr>
        <p:spPr>
          <a:xfrm>
            <a:off x="3558029" y="4577950"/>
            <a:ext cx="1412520" cy="72712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>
              <a:lnSpc>
                <a:spcPct val="80000"/>
              </a:lnSpc>
            </a:pPr>
            <a:r>
              <a:rPr lang="en-US" sz="2200" dirty="0"/>
              <a:t>protected</a:t>
            </a:r>
          </a:p>
          <a:p>
            <a:pPr>
              <a:lnSpc>
                <a:spcPct val="80000"/>
              </a:lnSpc>
            </a:pPr>
            <a:r>
              <a:rPr lang="en-US" sz="2200" dirty="0"/>
              <a:t>by GFCI</a:t>
            </a:r>
          </a:p>
        </p:txBody>
      </p:sp>
      <p:pic>
        <p:nvPicPr>
          <p:cNvPr id="16" name="Picture 15" hidden="1">
            <a:extLst>
              <a:ext uri="{FF2B5EF4-FFF2-40B4-BE49-F238E27FC236}">
                <a16:creationId xmlns:a16="http://schemas.microsoft.com/office/drawing/2014/main" id="{2D3E4AF1-E1F6-49B1-D72F-BADCB5777C44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3310"/>
          <a:stretch>
            <a:fillRect/>
          </a:stretch>
        </p:blipFill>
        <p:spPr>
          <a:xfrm>
            <a:off x="274073" y="3093608"/>
            <a:ext cx="5109596" cy="3233700"/>
          </a:xfrm>
          <a:prstGeom prst="rect">
            <a:avLst/>
          </a:prstGeom>
        </p:spPr>
      </p:pic>
      <p:pic>
        <p:nvPicPr>
          <p:cNvPr id="19" name="Picture 18" hidden="1">
            <a:extLst>
              <a:ext uri="{FF2B5EF4-FFF2-40B4-BE49-F238E27FC236}">
                <a16:creationId xmlns:a16="http://schemas.microsoft.com/office/drawing/2014/main" id="{F04AA92B-FFC5-7E84-8784-A4914F7047FF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5188"/>
          <a:stretch>
            <a:fillRect/>
          </a:stretch>
        </p:blipFill>
        <p:spPr>
          <a:xfrm>
            <a:off x="6102586" y="2995695"/>
            <a:ext cx="2611376" cy="3274265"/>
          </a:xfrm>
          <a:prstGeom prst="rect">
            <a:avLst/>
          </a:prstGeom>
        </p:spPr>
      </p:pic>
      <p:pic>
        <p:nvPicPr>
          <p:cNvPr id="46" name="Picture 45" hidden="1">
            <a:extLst>
              <a:ext uri="{FF2B5EF4-FFF2-40B4-BE49-F238E27FC236}">
                <a16:creationId xmlns:a16="http://schemas.microsoft.com/office/drawing/2014/main" id="{91E13B17-D124-19C4-4894-334248E1223D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37" t="5430" r="39388" b="6032"/>
          <a:stretch>
            <a:fillRect/>
          </a:stretch>
        </p:blipFill>
        <p:spPr>
          <a:xfrm>
            <a:off x="9004526" y="574398"/>
            <a:ext cx="1815176" cy="607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116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4487E-F36A-DAC5-9D78-9D5C0BF4F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room">
            <a:extLst>
              <a:ext uri="{FF2B5EF4-FFF2-40B4-BE49-F238E27FC236}">
                <a16:creationId xmlns:a16="http://schemas.microsoft.com/office/drawing/2014/main" id="{AE51B51E-8964-71B8-7E23-AB67B6456504}"/>
              </a:ext>
            </a:extLst>
          </p:cNvPr>
          <p:cNvGrpSpPr/>
          <p:nvPr/>
        </p:nvGrpSpPr>
        <p:grpSpPr>
          <a:xfrm>
            <a:off x="0" y="162046"/>
            <a:ext cx="12192000" cy="6655443"/>
            <a:chOff x="0" y="162046"/>
            <a:chExt cx="12192000" cy="6655443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C32F375-588F-6DE0-0628-6C12A305BD92}"/>
                </a:ext>
              </a:extLst>
            </p:cNvPr>
            <p:cNvSpPr/>
            <p:nvPr/>
          </p:nvSpPr>
          <p:spPr>
            <a:xfrm>
              <a:off x="966486" y="574399"/>
              <a:ext cx="10828116" cy="551388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4056C30-0C4C-ECCE-D879-839B27B31F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0" y="6088284"/>
              <a:ext cx="966486" cy="7292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F6B525E-2A88-D0F0-9EEE-C9DFBF10AE7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794602" y="6088283"/>
              <a:ext cx="397398" cy="7292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AC8705B-5AFB-C232-0191-9002A5C96CF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62046"/>
              <a:ext cx="463560" cy="17362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F8192CA-0945-D931-0137-CAAE15889E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4602" y="248856"/>
              <a:ext cx="397398" cy="32554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devices">
            <a:extLst>
              <a:ext uri="{FF2B5EF4-FFF2-40B4-BE49-F238E27FC236}">
                <a16:creationId xmlns:a16="http://schemas.microsoft.com/office/drawing/2014/main" id="{C9E2C785-A9A3-743C-48CF-C4CBFC050E85}"/>
              </a:ext>
            </a:extLst>
          </p:cNvPr>
          <p:cNvGrpSpPr/>
          <p:nvPr/>
        </p:nvGrpSpPr>
        <p:grpSpPr>
          <a:xfrm>
            <a:off x="296278" y="195176"/>
            <a:ext cx="11383525" cy="5383759"/>
            <a:chOff x="296278" y="195176"/>
            <a:chExt cx="11383525" cy="5383759"/>
          </a:xfrm>
        </p:grpSpPr>
        <p:pic>
          <p:nvPicPr>
            <p:cNvPr id="8" name="Picture 7" descr="A white electrical outlet with red button">
              <a:extLst>
                <a:ext uri="{FF2B5EF4-FFF2-40B4-BE49-F238E27FC236}">
                  <a16:creationId xmlns:a16="http://schemas.microsoft.com/office/drawing/2014/main" id="{5C558EC3-AAFF-D841-FABA-F1BB44B3C8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521" b="3519"/>
            <a:stretch>
              <a:fillRect/>
            </a:stretch>
          </p:blipFill>
          <p:spPr>
            <a:xfrm>
              <a:off x="2328027" y="4115895"/>
              <a:ext cx="879518" cy="1463040"/>
            </a:xfrm>
            <a:prstGeom prst="rect">
              <a:avLst/>
            </a:prstGeom>
          </p:spPr>
        </p:pic>
        <p:pic>
          <p:nvPicPr>
            <p:cNvPr id="2" name="Picture 1" descr="A row of white electrical outlets&#10;&#10;AI-generated content may be incorrect.">
              <a:extLst>
                <a:ext uri="{FF2B5EF4-FFF2-40B4-BE49-F238E27FC236}">
                  <a16:creationId xmlns:a16="http://schemas.microsoft.com/office/drawing/2014/main" id="{C2C77647-916B-CD9F-28E1-A4846877A0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661" t="23293" r="33572" b="23831"/>
            <a:stretch>
              <a:fillRect/>
            </a:stretch>
          </p:blipFill>
          <p:spPr>
            <a:xfrm>
              <a:off x="5399584" y="4090376"/>
              <a:ext cx="894617" cy="1443649"/>
            </a:xfrm>
            <a:prstGeom prst="rect">
              <a:avLst/>
            </a:prstGeom>
          </p:spPr>
        </p:pic>
        <p:pic>
          <p:nvPicPr>
            <p:cNvPr id="7" name="Picture 6" descr="A row of white electrical outlets&#10;&#10;AI-generated content may be incorrect.">
              <a:extLst>
                <a:ext uri="{FF2B5EF4-FFF2-40B4-BE49-F238E27FC236}">
                  <a16:creationId xmlns:a16="http://schemas.microsoft.com/office/drawing/2014/main" id="{37F31450-5592-7C54-1373-8BC5158EF4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661" t="23293" r="33572" b="23831"/>
            <a:stretch>
              <a:fillRect/>
            </a:stretch>
          </p:blipFill>
          <p:spPr>
            <a:xfrm>
              <a:off x="8433312" y="4090376"/>
              <a:ext cx="894617" cy="1443649"/>
            </a:xfrm>
            <a:prstGeom prst="rect">
              <a:avLst/>
            </a:prstGeom>
          </p:spPr>
        </p:pic>
        <p:pic>
          <p:nvPicPr>
            <p:cNvPr id="9" name="Picture 8" descr="A white rectangular light switch&#10;&#10;AI-generated content may be incorrect.">
              <a:extLst>
                <a:ext uri="{FF2B5EF4-FFF2-40B4-BE49-F238E27FC236}">
                  <a16:creationId xmlns:a16="http://schemas.microsoft.com/office/drawing/2014/main" id="{1BE800E7-A14F-A26B-7204-7B01496D58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832" t="1097" r="22011" b="2700"/>
            <a:stretch/>
          </p:blipFill>
          <p:spPr>
            <a:xfrm>
              <a:off x="2456258" y="1582366"/>
              <a:ext cx="899641" cy="1463040"/>
            </a:xfrm>
            <a:prstGeom prst="rect">
              <a:avLst/>
            </a:prstGeom>
          </p:spPr>
        </p:pic>
        <p:pic>
          <p:nvPicPr>
            <p:cNvPr id="11" name="Picture 10" descr="A light switch on a wall">
              <a:extLst>
                <a:ext uri="{FF2B5EF4-FFF2-40B4-BE49-F238E27FC236}">
                  <a16:creationId xmlns:a16="http://schemas.microsoft.com/office/drawing/2014/main" id="{3F361D88-E47D-6DF8-BD93-9D6C524F62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888" t="32827" r="11048" b="33304"/>
            <a:stretch/>
          </p:blipFill>
          <p:spPr>
            <a:xfrm>
              <a:off x="10742958" y="2593715"/>
              <a:ext cx="936845" cy="1463040"/>
            </a:xfrm>
            <a:prstGeom prst="rect">
              <a:avLst/>
            </a:prstGeom>
          </p:spPr>
        </p:pic>
        <p:pic>
          <p:nvPicPr>
            <p:cNvPr id="12" name="Picture 11" descr="A light switch on a wall">
              <a:extLst>
                <a:ext uri="{FF2B5EF4-FFF2-40B4-BE49-F238E27FC236}">
                  <a16:creationId xmlns:a16="http://schemas.microsoft.com/office/drawing/2014/main" id="{16ACE49F-DC1B-D39E-4898-7187A1B18A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888" t="32827" r="11048" b="33304"/>
            <a:stretch/>
          </p:blipFill>
          <p:spPr>
            <a:xfrm>
              <a:off x="4481937" y="1903352"/>
              <a:ext cx="936845" cy="1463040"/>
            </a:xfrm>
            <a:prstGeom prst="rect">
              <a:avLst/>
            </a:prstGeom>
          </p:spPr>
        </p:pic>
        <p:pic>
          <p:nvPicPr>
            <p:cNvPr id="13" name="Picture 12" descr="A light switch on a wall">
              <a:extLst>
                <a:ext uri="{FF2B5EF4-FFF2-40B4-BE49-F238E27FC236}">
                  <a16:creationId xmlns:a16="http://schemas.microsoft.com/office/drawing/2014/main" id="{8F1F9E45-4975-BF0C-FA97-840A23469E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888" t="32827" r="11048" b="33304"/>
            <a:stretch/>
          </p:blipFill>
          <p:spPr>
            <a:xfrm>
              <a:off x="6193575" y="1903352"/>
              <a:ext cx="936845" cy="1463040"/>
            </a:xfrm>
            <a:prstGeom prst="rect">
              <a:avLst/>
            </a:prstGeom>
          </p:spPr>
        </p:pic>
        <p:pic>
          <p:nvPicPr>
            <p:cNvPr id="14" name="Picture 13" descr="A light switch on a wall">
              <a:extLst>
                <a:ext uri="{FF2B5EF4-FFF2-40B4-BE49-F238E27FC236}">
                  <a16:creationId xmlns:a16="http://schemas.microsoft.com/office/drawing/2014/main" id="{46BA0ACD-421D-1D19-CD7B-9530B0A102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888" t="32827" r="11048" b="33304"/>
            <a:stretch/>
          </p:blipFill>
          <p:spPr>
            <a:xfrm>
              <a:off x="7905213" y="1903352"/>
              <a:ext cx="936845" cy="1463040"/>
            </a:xfrm>
            <a:prstGeom prst="rect">
              <a:avLst/>
            </a:prstGeom>
          </p:spPr>
        </p:pic>
        <p:pic>
          <p:nvPicPr>
            <p:cNvPr id="18" name="Picture 17" descr="A light fixture with a light bulb&#10;&#10;AI-generated content may be incorrect.">
              <a:extLst>
                <a:ext uri="{FF2B5EF4-FFF2-40B4-BE49-F238E27FC236}">
                  <a16:creationId xmlns:a16="http://schemas.microsoft.com/office/drawing/2014/main" id="{5B98C69E-09B1-2442-7F63-B78E43D42D0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84" t="-252" r="13994" b="1"/>
            <a:stretch/>
          </p:blipFill>
          <p:spPr>
            <a:xfrm>
              <a:off x="296278" y="202054"/>
              <a:ext cx="1085521" cy="1525840"/>
            </a:xfrm>
            <a:prstGeom prst="rect">
              <a:avLst/>
            </a:prstGeom>
          </p:spPr>
        </p:pic>
        <p:pic>
          <p:nvPicPr>
            <p:cNvPr id="28" name="Picture 27" descr="A light fixture with a light bulb&#10;&#10;AI-generated content may be incorrect.">
              <a:extLst>
                <a:ext uri="{FF2B5EF4-FFF2-40B4-BE49-F238E27FC236}">
                  <a16:creationId xmlns:a16="http://schemas.microsoft.com/office/drawing/2014/main" id="{AE44E05F-CCF8-2FAD-DFCD-9FB61D126C4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84" t="-252" r="13994" b="1"/>
            <a:stretch/>
          </p:blipFill>
          <p:spPr>
            <a:xfrm>
              <a:off x="10454208" y="195176"/>
              <a:ext cx="1085521" cy="1525840"/>
            </a:xfrm>
            <a:prstGeom prst="rect">
              <a:avLst/>
            </a:prstGeom>
          </p:spPr>
        </p:pic>
      </p:grpSp>
      <p:sp>
        <p:nvSpPr>
          <p:cNvPr id="111" name="title">
            <a:extLst>
              <a:ext uri="{FF2B5EF4-FFF2-40B4-BE49-F238E27FC236}">
                <a16:creationId xmlns:a16="http://schemas.microsoft.com/office/drawing/2014/main" id="{CD92C8D5-ABC1-448D-E051-782E88F0C859}"/>
              </a:ext>
            </a:extLst>
          </p:cNvPr>
          <p:cNvSpPr txBox="1"/>
          <p:nvPr/>
        </p:nvSpPr>
        <p:spPr>
          <a:xfrm>
            <a:off x="3410376" y="-69862"/>
            <a:ext cx="47296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Today’s Lab</a:t>
            </a:r>
          </a:p>
        </p:txBody>
      </p:sp>
      <p:grpSp>
        <p:nvGrpSpPr>
          <p:cNvPr id="29" name="Power red arrows">
            <a:extLst>
              <a:ext uri="{FF2B5EF4-FFF2-40B4-BE49-F238E27FC236}">
                <a16:creationId xmlns:a16="http://schemas.microsoft.com/office/drawing/2014/main" id="{20B667D5-2C32-920E-7766-430D3E031E92}"/>
              </a:ext>
            </a:extLst>
          </p:cNvPr>
          <p:cNvGrpSpPr/>
          <p:nvPr/>
        </p:nvGrpSpPr>
        <p:grpSpPr>
          <a:xfrm>
            <a:off x="554201" y="1082694"/>
            <a:ext cx="10188757" cy="5734795"/>
            <a:chOff x="554201" y="1082694"/>
            <a:chExt cx="10188757" cy="5734795"/>
          </a:xfrm>
        </p:grpSpPr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4BD25797-E4AF-3444-5DA5-9C7A920BA2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4201" y="5181367"/>
              <a:ext cx="1605687" cy="1636122"/>
            </a:xfrm>
            <a:prstGeom prst="straightConnector1">
              <a:avLst/>
            </a:pr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E6FC510C-03C6-8AEA-66C2-55CAF4A6A5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38905" y="5225646"/>
              <a:ext cx="1598133" cy="0"/>
            </a:xfrm>
            <a:prstGeom prst="straightConnector1">
              <a:avLst/>
            </a:pr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2E7ABAB3-0175-AA45-DF85-DC9550C284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2711" y="5239524"/>
              <a:ext cx="1598133" cy="0"/>
            </a:xfrm>
            <a:prstGeom prst="straightConnector1">
              <a:avLst/>
            </a:pr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15F05C88-B926-4593-6640-A5AEEAE28F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74048" y="1130544"/>
              <a:ext cx="1053978" cy="1332338"/>
            </a:xfrm>
            <a:prstGeom prst="straightConnector1">
              <a:avLst/>
            </a:pr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1541C97-BF19-9308-6D17-27AEE554BC02}"/>
                </a:ext>
              </a:extLst>
            </p:cNvPr>
            <p:cNvSpPr/>
            <p:nvPr/>
          </p:nvSpPr>
          <p:spPr>
            <a:xfrm>
              <a:off x="1461668" y="2608356"/>
              <a:ext cx="910159" cy="2271025"/>
            </a:xfrm>
            <a:custGeom>
              <a:avLst/>
              <a:gdLst>
                <a:gd name="connsiteX0" fmla="*/ 0 w 2333683"/>
                <a:gd name="connsiteY0" fmla="*/ 1817580 h 1817580"/>
                <a:gd name="connsiteX1" fmla="*/ 33659 w 2333683"/>
                <a:gd name="connsiteY1" fmla="*/ 762935 h 1817580"/>
                <a:gd name="connsiteX2" fmla="*/ 2333683 w 2333683"/>
                <a:gd name="connsiteY2" fmla="*/ 0 h 1817580"/>
                <a:gd name="connsiteX0" fmla="*/ 0 w 2333683"/>
                <a:gd name="connsiteY0" fmla="*/ 1817580 h 1817580"/>
                <a:gd name="connsiteX1" fmla="*/ 7077 w 2333683"/>
                <a:gd name="connsiteY1" fmla="*/ 1005206 h 1817580"/>
                <a:gd name="connsiteX2" fmla="*/ 2333683 w 2333683"/>
                <a:gd name="connsiteY2" fmla="*/ 0 h 1817580"/>
                <a:gd name="connsiteX0" fmla="*/ 519074 w 2852757"/>
                <a:gd name="connsiteY0" fmla="*/ 1817580 h 1817580"/>
                <a:gd name="connsiteX1" fmla="*/ 0 w 2852757"/>
                <a:gd name="connsiteY1" fmla="*/ 629109 h 1817580"/>
                <a:gd name="connsiteX2" fmla="*/ 2852757 w 2852757"/>
                <a:gd name="connsiteY2" fmla="*/ 0 h 1817580"/>
                <a:gd name="connsiteX0" fmla="*/ 519074 w 727523"/>
                <a:gd name="connsiteY0" fmla="*/ 2099654 h 2099654"/>
                <a:gd name="connsiteX1" fmla="*/ 0 w 727523"/>
                <a:gd name="connsiteY1" fmla="*/ 911183 h 2099654"/>
                <a:gd name="connsiteX2" fmla="*/ 727523 w 727523"/>
                <a:gd name="connsiteY2" fmla="*/ 0 h 2099654"/>
                <a:gd name="connsiteX0" fmla="*/ 519074 w 727523"/>
                <a:gd name="connsiteY0" fmla="*/ 2099654 h 2099654"/>
                <a:gd name="connsiteX1" fmla="*/ 0 w 727523"/>
                <a:gd name="connsiteY1" fmla="*/ 911183 h 2099654"/>
                <a:gd name="connsiteX2" fmla="*/ 727523 w 727523"/>
                <a:gd name="connsiteY2" fmla="*/ 0 h 2099654"/>
                <a:gd name="connsiteX0" fmla="*/ 528703 w 737152"/>
                <a:gd name="connsiteY0" fmla="*/ 2099654 h 2099654"/>
                <a:gd name="connsiteX1" fmla="*/ 0 w 737152"/>
                <a:gd name="connsiteY1" fmla="*/ 1042817 h 2099654"/>
                <a:gd name="connsiteX2" fmla="*/ 737152 w 737152"/>
                <a:gd name="connsiteY2" fmla="*/ 0 h 2099654"/>
                <a:gd name="connsiteX0" fmla="*/ 528703 w 862582"/>
                <a:gd name="connsiteY0" fmla="*/ 2077640 h 2077640"/>
                <a:gd name="connsiteX1" fmla="*/ 0 w 862582"/>
                <a:gd name="connsiteY1" fmla="*/ 1020803 h 2077640"/>
                <a:gd name="connsiteX2" fmla="*/ 862582 w 862582"/>
                <a:gd name="connsiteY2" fmla="*/ 0 h 2077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62582" h="2077640">
                  <a:moveTo>
                    <a:pt x="528703" y="2077640"/>
                  </a:moveTo>
                  <a:lnTo>
                    <a:pt x="0" y="1020803"/>
                  </a:lnTo>
                  <a:cubicBezTo>
                    <a:pt x="242508" y="717075"/>
                    <a:pt x="620074" y="303728"/>
                    <a:pt x="862582" y="0"/>
                  </a:cubicBezTo>
                </a:path>
              </a:pathLst>
            </a:cu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BB41A061-C36A-7B03-BEE4-B8B8F05E4ED0}"/>
                </a:ext>
              </a:extLst>
            </p:cNvPr>
            <p:cNvCxnSpPr>
              <a:cxnSpLocks/>
            </p:cNvCxnSpPr>
            <p:nvPr/>
          </p:nvCxnSpPr>
          <p:spPr>
            <a:xfrm>
              <a:off x="5499027" y="2734838"/>
              <a:ext cx="711974" cy="0"/>
            </a:xfrm>
            <a:prstGeom prst="straightConnector1">
              <a:avLst/>
            </a:pr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63CE354B-F80B-1A3B-5F4C-1F11FC077F98}"/>
                </a:ext>
              </a:extLst>
            </p:cNvPr>
            <p:cNvCxnSpPr>
              <a:cxnSpLocks/>
            </p:cNvCxnSpPr>
            <p:nvPr/>
          </p:nvCxnSpPr>
          <p:spPr>
            <a:xfrm>
              <a:off x="7193239" y="2666604"/>
              <a:ext cx="711974" cy="0"/>
            </a:xfrm>
            <a:prstGeom prst="straightConnector1">
              <a:avLst/>
            </a:pr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EF316F7E-2B95-CD2C-1A4D-0109733B56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3681" y="1082694"/>
              <a:ext cx="1889277" cy="1583910"/>
            </a:xfrm>
            <a:prstGeom prst="straightConnector1">
              <a:avLst/>
            </a:pr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FFE534BC-33DE-F466-7DA0-10B2F49851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96442" y="3598363"/>
              <a:ext cx="1343591" cy="876917"/>
            </a:xfrm>
            <a:prstGeom prst="straightConnector1">
              <a:avLst/>
            </a:prstGeom>
            <a:ln w="92075">
              <a:solidFill>
                <a:srgbClr val="C00000"/>
              </a:solidFill>
              <a:headEnd type="triangle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0CF129A-CD5B-DA8C-64DA-46BA5AAEE67C}"/>
                </a:ext>
              </a:extLst>
            </p:cNvPr>
            <p:cNvSpPr/>
            <p:nvPr/>
          </p:nvSpPr>
          <p:spPr>
            <a:xfrm>
              <a:off x="4086635" y="2732048"/>
              <a:ext cx="1233504" cy="1938123"/>
            </a:xfrm>
            <a:custGeom>
              <a:avLst/>
              <a:gdLst>
                <a:gd name="connsiteX0" fmla="*/ 0 w 2333683"/>
                <a:gd name="connsiteY0" fmla="*/ 1817580 h 1817580"/>
                <a:gd name="connsiteX1" fmla="*/ 33659 w 2333683"/>
                <a:gd name="connsiteY1" fmla="*/ 762935 h 1817580"/>
                <a:gd name="connsiteX2" fmla="*/ 2333683 w 2333683"/>
                <a:gd name="connsiteY2" fmla="*/ 0 h 1817580"/>
                <a:gd name="connsiteX0" fmla="*/ 0 w 2333683"/>
                <a:gd name="connsiteY0" fmla="*/ 1817580 h 1817580"/>
                <a:gd name="connsiteX1" fmla="*/ 7077 w 2333683"/>
                <a:gd name="connsiteY1" fmla="*/ 1005206 h 1817580"/>
                <a:gd name="connsiteX2" fmla="*/ 2333683 w 2333683"/>
                <a:gd name="connsiteY2" fmla="*/ 0 h 1817580"/>
                <a:gd name="connsiteX0" fmla="*/ 519074 w 2852757"/>
                <a:gd name="connsiteY0" fmla="*/ 1817580 h 1817580"/>
                <a:gd name="connsiteX1" fmla="*/ 0 w 2852757"/>
                <a:gd name="connsiteY1" fmla="*/ 629109 h 1817580"/>
                <a:gd name="connsiteX2" fmla="*/ 2852757 w 2852757"/>
                <a:gd name="connsiteY2" fmla="*/ 0 h 1817580"/>
                <a:gd name="connsiteX0" fmla="*/ 519074 w 727523"/>
                <a:gd name="connsiteY0" fmla="*/ 2099654 h 2099654"/>
                <a:gd name="connsiteX1" fmla="*/ 0 w 727523"/>
                <a:gd name="connsiteY1" fmla="*/ 911183 h 2099654"/>
                <a:gd name="connsiteX2" fmla="*/ 727523 w 727523"/>
                <a:gd name="connsiteY2" fmla="*/ 0 h 2099654"/>
                <a:gd name="connsiteX0" fmla="*/ 519074 w 727523"/>
                <a:gd name="connsiteY0" fmla="*/ 2099654 h 2099654"/>
                <a:gd name="connsiteX1" fmla="*/ 0 w 727523"/>
                <a:gd name="connsiteY1" fmla="*/ 911183 h 2099654"/>
                <a:gd name="connsiteX2" fmla="*/ 727523 w 727523"/>
                <a:gd name="connsiteY2" fmla="*/ 0 h 2099654"/>
                <a:gd name="connsiteX0" fmla="*/ 528703 w 737152"/>
                <a:gd name="connsiteY0" fmla="*/ 2099654 h 2099654"/>
                <a:gd name="connsiteX1" fmla="*/ 0 w 737152"/>
                <a:gd name="connsiteY1" fmla="*/ 1042817 h 2099654"/>
                <a:gd name="connsiteX2" fmla="*/ 737152 w 737152"/>
                <a:gd name="connsiteY2" fmla="*/ 0 h 2099654"/>
                <a:gd name="connsiteX0" fmla="*/ 1554181 w 1554181"/>
                <a:gd name="connsiteY0" fmla="*/ 1476586 h 1476586"/>
                <a:gd name="connsiteX1" fmla="*/ 0 w 1554181"/>
                <a:gd name="connsiteY1" fmla="*/ 1042817 h 1476586"/>
                <a:gd name="connsiteX2" fmla="*/ 737152 w 1554181"/>
                <a:gd name="connsiteY2" fmla="*/ 0 h 1476586"/>
                <a:gd name="connsiteX0" fmla="*/ 1159396 w 1159396"/>
                <a:gd name="connsiteY0" fmla="*/ 1476586 h 1476586"/>
                <a:gd name="connsiteX1" fmla="*/ 0 w 1159396"/>
                <a:gd name="connsiteY1" fmla="*/ 823426 h 1476586"/>
                <a:gd name="connsiteX2" fmla="*/ 342367 w 1159396"/>
                <a:gd name="connsiteY2" fmla="*/ 0 h 1476586"/>
                <a:gd name="connsiteX0" fmla="*/ 1159396 w 1159396"/>
                <a:gd name="connsiteY0" fmla="*/ 1476586 h 1476586"/>
                <a:gd name="connsiteX1" fmla="*/ 0 w 1159396"/>
                <a:gd name="connsiteY1" fmla="*/ 823426 h 1476586"/>
                <a:gd name="connsiteX2" fmla="*/ 342367 w 1159396"/>
                <a:gd name="connsiteY2" fmla="*/ 0 h 1476586"/>
                <a:gd name="connsiteX0" fmla="*/ 1173839 w 1173839"/>
                <a:gd name="connsiteY0" fmla="*/ 1476586 h 1476586"/>
                <a:gd name="connsiteX1" fmla="*/ 0 w 1173839"/>
                <a:gd name="connsiteY1" fmla="*/ 516280 h 1476586"/>
                <a:gd name="connsiteX2" fmla="*/ 356810 w 1173839"/>
                <a:gd name="connsiteY2" fmla="*/ 0 h 1476586"/>
                <a:gd name="connsiteX0" fmla="*/ 1202726 w 1202726"/>
                <a:gd name="connsiteY0" fmla="*/ 1674037 h 1674037"/>
                <a:gd name="connsiteX1" fmla="*/ 0 w 1202726"/>
                <a:gd name="connsiteY1" fmla="*/ 516280 h 1674037"/>
                <a:gd name="connsiteX2" fmla="*/ 356810 w 1202726"/>
                <a:gd name="connsiteY2" fmla="*/ 0 h 1674037"/>
                <a:gd name="connsiteX0" fmla="*/ 1246056 w 1246056"/>
                <a:gd name="connsiteY0" fmla="*/ 1674037 h 1674037"/>
                <a:gd name="connsiteX1" fmla="*/ 0 w 1246056"/>
                <a:gd name="connsiteY1" fmla="*/ 770773 h 1674037"/>
                <a:gd name="connsiteX2" fmla="*/ 400140 w 1246056"/>
                <a:gd name="connsiteY2" fmla="*/ 0 h 1674037"/>
                <a:gd name="connsiteX0" fmla="*/ 1077550 w 1077550"/>
                <a:gd name="connsiteY0" fmla="*/ 1674037 h 1674037"/>
                <a:gd name="connsiteX1" fmla="*/ 0 w 1077550"/>
                <a:gd name="connsiteY1" fmla="*/ 832203 h 1674037"/>
                <a:gd name="connsiteX2" fmla="*/ 231634 w 1077550"/>
                <a:gd name="connsiteY2" fmla="*/ 0 h 1674037"/>
                <a:gd name="connsiteX0" fmla="*/ 1169024 w 1169024"/>
                <a:gd name="connsiteY0" fmla="*/ 1674037 h 1674037"/>
                <a:gd name="connsiteX1" fmla="*/ 0 w 1169024"/>
                <a:gd name="connsiteY1" fmla="*/ 823427 h 1674037"/>
                <a:gd name="connsiteX2" fmla="*/ 323108 w 1169024"/>
                <a:gd name="connsiteY2" fmla="*/ 0 h 1674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69024" h="1674037">
                  <a:moveTo>
                    <a:pt x="1169024" y="1674037"/>
                  </a:moveTo>
                  <a:lnTo>
                    <a:pt x="0" y="823427"/>
                  </a:lnTo>
                  <a:lnTo>
                    <a:pt x="323108" y="0"/>
                  </a:lnTo>
                </a:path>
              </a:pathLst>
            </a:custGeom>
            <a:ln w="92075">
              <a:solidFill>
                <a:srgbClr val="C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een areas and numbers">
            <a:extLst>
              <a:ext uri="{FF2B5EF4-FFF2-40B4-BE49-F238E27FC236}">
                <a16:creationId xmlns:a16="http://schemas.microsoft.com/office/drawing/2014/main" id="{E1E601D2-12CE-5B35-63C7-571B483F3BD7}"/>
              </a:ext>
            </a:extLst>
          </p:cNvPr>
          <p:cNvGrpSpPr/>
          <p:nvPr/>
        </p:nvGrpSpPr>
        <p:grpSpPr>
          <a:xfrm>
            <a:off x="49659" y="-127371"/>
            <a:ext cx="11911293" cy="6067360"/>
            <a:chOff x="49659" y="-127371"/>
            <a:chExt cx="11911293" cy="6067360"/>
          </a:xfrm>
        </p:grpSpPr>
        <p:sp>
          <p:nvSpPr>
            <p:cNvPr id="5" name="area 6">
              <a:extLst>
                <a:ext uri="{FF2B5EF4-FFF2-40B4-BE49-F238E27FC236}">
                  <a16:creationId xmlns:a16="http://schemas.microsoft.com/office/drawing/2014/main" id="{56325EB1-F024-DF60-D382-EFA4F16DCCC9}"/>
                </a:ext>
              </a:extLst>
            </p:cNvPr>
            <p:cNvSpPr/>
            <p:nvPr/>
          </p:nvSpPr>
          <p:spPr>
            <a:xfrm rot="10800000">
              <a:off x="7757695" y="-1"/>
              <a:ext cx="4108027" cy="3529965"/>
            </a:xfrm>
            <a:custGeom>
              <a:avLst/>
              <a:gdLst>
                <a:gd name="connsiteX0" fmla="*/ 0 w 3061489"/>
                <a:gd name="connsiteY0" fmla="*/ 370030 h 2220137"/>
                <a:gd name="connsiteX1" fmla="*/ 370030 w 3061489"/>
                <a:gd name="connsiteY1" fmla="*/ 0 h 2220137"/>
                <a:gd name="connsiteX2" fmla="*/ 2691459 w 3061489"/>
                <a:gd name="connsiteY2" fmla="*/ 0 h 2220137"/>
                <a:gd name="connsiteX3" fmla="*/ 3061489 w 3061489"/>
                <a:gd name="connsiteY3" fmla="*/ 370030 h 2220137"/>
                <a:gd name="connsiteX4" fmla="*/ 3061489 w 3061489"/>
                <a:gd name="connsiteY4" fmla="*/ 1850107 h 2220137"/>
                <a:gd name="connsiteX5" fmla="*/ 2691459 w 3061489"/>
                <a:gd name="connsiteY5" fmla="*/ 2220137 h 2220137"/>
                <a:gd name="connsiteX6" fmla="*/ 370030 w 3061489"/>
                <a:gd name="connsiteY6" fmla="*/ 2220137 h 2220137"/>
                <a:gd name="connsiteX7" fmla="*/ 0 w 3061489"/>
                <a:gd name="connsiteY7" fmla="*/ 1850107 h 2220137"/>
                <a:gd name="connsiteX8" fmla="*/ 0 w 3061489"/>
                <a:gd name="connsiteY8" fmla="*/ 370030 h 2220137"/>
                <a:gd name="connsiteX0" fmla="*/ 0 w 3061489"/>
                <a:gd name="connsiteY0" fmla="*/ 2503630 h 4353737"/>
                <a:gd name="connsiteX1" fmla="*/ 370030 w 3061489"/>
                <a:gd name="connsiteY1" fmla="*/ 2133600 h 4353737"/>
                <a:gd name="connsiteX2" fmla="*/ 2836239 w 3061489"/>
                <a:gd name="connsiteY2" fmla="*/ 0 h 4353737"/>
                <a:gd name="connsiteX3" fmla="*/ 3061489 w 3061489"/>
                <a:gd name="connsiteY3" fmla="*/ 2503630 h 4353737"/>
                <a:gd name="connsiteX4" fmla="*/ 3061489 w 3061489"/>
                <a:gd name="connsiteY4" fmla="*/ 3983707 h 4353737"/>
                <a:gd name="connsiteX5" fmla="*/ 2691459 w 3061489"/>
                <a:gd name="connsiteY5" fmla="*/ 4353737 h 4353737"/>
                <a:gd name="connsiteX6" fmla="*/ 370030 w 3061489"/>
                <a:gd name="connsiteY6" fmla="*/ 4353737 h 4353737"/>
                <a:gd name="connsiteX7" fmla="*/ 0 w 3061489"/>
                <a:gd name="connsiteY7" fmla="*/ 3983707 h 4353737"/>
                <a:gd name="connsiteX8" fmla="*/ 0 w 3061489"/>
                <a:gd name="connsiteY8" fmla="*/ 2503630 h 4353737"/>
                <a:gd name="connsiteX0" fmla="*/ 0 w 3084349"/>
                <a:gd name="connsiteY0" fmla="*/ 2503630 h 4353737"/>
                <a:gd name="connsiteX1" fmla="*/ 370030 w 3084349"/>
                <a:gd name="connsiteY1" fmla="*/ 2133600 h 4353737"/>
                <a:gd name="connsiteX2" fmla="*/ 2836239 w 3084349"/>
                <a:gd name="connsiteY2" fmla="*/ 0 h 4353737"/>
                <a:gd name="connsiteX3" fmla="*/ 3084349 w 3084349"/>
                <a:gd name="connsiteY3" fmla="*/ 423370 h 4353737"/>
                <a:gd name="connsiteX4" fmla="*/ 3061489 w 3084349"/>
                <a:gd name="connsiteY4" fmla="*/ 3983707 h 4353737"/>
                <a:gd name="connsiteX5" fmla="*/ 2691459 w 3084349"/>
                <a:gd name="connsiteY5" fmla="*/ 4353737 h 4353737"/>
                <a:gd name="connsiteX6" fmla="*/ 370030 w 3084349"/>
                <a:gd name="connsiteY6" fmla="*/ 4353737 h 4353737"/>
                <a:gd name="connsiteX7" fmla="*/ 0 w 3084349"/>
                <a:gd name="connsiteY7" fmla="*/ 3983707 h 4353737"/>
                <a:gd name="connsiteX8" fmla="*/ 0 w 3084349"/>
                <a:gd name="connsiteY8" fmla="*/ 2503630 h 4353737"/>
                <a:gd name="connsiteX0" fmla="*/ 0 w 3084349"/>
                <a:gd name="connsiteY0" fmla="*/ 2503630 h 4353737"/>
                <a:gd name="connsiteX1" fmla="*/ 370030 w 3084349"/>
                <a:gd name="connsiteY1" fmla="*/ 2133600 h 4353737"/>
                <a:gd name="connsiteX2" fmla="*/ 2836239 w 3084349"/>
                <a:gd name="connsiteY2" fmla="*/ 0 h 4353737"/>
                <a:gd name="connsiteX3" fmla="*/ 3084349 w 3084349"/>
                <a:gd name="connsiteY3" fmla="*/ 423370 h 4353737"/>
                <a:gd name="connsiteX4" fmla="*/ 3061489 w 3084349"/>
                <a:gd name="connsiteY4" fmla="*/ 3983707 h 4353737"/>
                <a:gd name="connsiteX5" fmla="*/ 2691459 w 3084349"/>
                <a:gd name="connsiteY5" fmla="*/ 4353737 h 4353737"/>
                <a:gd name="connsiteX6" fmla="*/ 370030 w 3084349"/>
                <a:gd name="connsiteY6" fmla="*/ 4353737 h 4353737"/>
                <a:gd name="connsiteX7" fmla="*/ 0 w 3084349"/>
                <a:gd name="connsiteY7" fmla="*/ 3983707 h 4353737"/>
                <a:gd name="connsiteX8" fmla="*/ 0 w 3084349"/>
                <a:gd name="connsiteY8" fmla="*/ 2503630 h 4353737"/>
                <a:gd name="connsiteX0" fmla="*/ 0 w 3084349"/>
                <a:gd name="connsiteY0" fmla="*/ 2461720 h 4311827"/>
                <a:gd name="connsiteX1" fmla="*/ 370030 w 3084349"/>
                <a:gd name="connsiteY1" fmla="*/ 2091690 h 4311827"/>
                <a:gd name="connsiteX2" fmla="*/ 2775733 w 3084349"/>
                <a:gd name="connsiteY2" fmla="*/ 0 h 4311827"/>
                <a:gd name="connsiteX3" fmla="*/ 3084349 w 3084349"/>
                <a:gd name="connsiteY3" fmla="*/ 381460 h 4311827"/>
                <a:gd name="connsiteX4" fmla="*/ 3061489 w 3084349"/>
                <a:gd name="connsiteY4" fmla="*/ 3941797 h 4311827"/>
                <a:gd name="connsiteX5" fmla="*/ 2691459 w 3084349"/>
                <a:gd name="connsiteY5" fmla="*/ 4311827 h 4311827"/>
                <a:gd name="connsiteX6" fmla="*/ 370030 w 3084349"/>
                <a:gd name="connsiteY6" fmla="*/ 4311827 h 4311827"/>
                <a:gd name="connsiteX7" fmla="*/ 0 w 3084349"/>
                <a:gd name="connsiteY7" fmla="*/ 3941797 h 4311827"/>
                <a:gd name="connsiteX8" fmla="*/ 0 w 3084349"/>
                <a:gd name="connsiteY8" fmla="*/ 2461720 h 4311827"/>
                <a:gd name="connsiteX0" fmla="*/ 0 w 3084349"/>
                <a:gd name="connsiteY0" fmla="*/ 2488738 h 4338845"/>
                <a:gd name="connsiteX1" fmla="*/ 370030 w 3084349"/>
                <a:gd name="connsiteY1" fmla="*/ 2118708 h 4338845"/>
                <a:gd name="connsiteX2" fmla="*/ 2775733 w 3084349"/>
                <a:gd name="connsiteY2" fmla="*/ 27018 h 4338845"/>
                <a:gd name="connsiteX3" fmla="*/ 3084349 w 3084349"/>
                <a:gd name="connsiteY3" fmla="*/ 408478 h 4338845"/>
                <a:gd name="connsiteX4" fmla="*/ 3061489 w 3084349"/>
                <a:gd name="connsiteY4" fmla="*/ 3968815 h 4338845"/>
                <a:gd name="connsiteX5" fmla="*/ 2691459 w 3084349"/>
                <a:gd name="connsiteY5" fmla="*/ 4338845 h 4338845"/>
                <a:gd name="connsiteX6" fmla="*/ 370030 w 3084349"/>
                <a:gd name="connsiteY6" fmla="*/ 4338845 h 4338845"/>
                <a:gd name="connsiteX7" fmla="*/ 0 w 3084349"/>
                <a:gd name="connsiteY7" fmla="*/ 3968815 h 4338845"/>
                <a:gd name="connsiteX8" fmla="*/ 0 w 3084349"/>
                <a:gd name="connsiteY8" fmla="*/ 2488738 h 4338845"/>
                <a:gd name="connsiteX0" fmla="*/ 0 w 3084349"/>
                <a:gd name="connsiteY0" fmla="*/ 2512536 h 4362643"/>
                <a:gd name="connsiteX1" fmla="*/ 370030 w 3084349"/>
                <a:gd name="connsiteY1" fmla="*/ 2142506 h 4362643"/>
                <a:gd name="connsiteX2" fmla="*/ 2775733 w 3084349"/>
                <a:gd name="connsiteY2" fmla="*/ 50816 h 4362643"/>
                <a:gd name="connsiteX3" fmla="*/ 3084349 w 3084349"/>
                <a:gd name="connsiteY3" fmla="*/ 432276 h 4362643"/>
                <a:gd name="connsiteX4" fmla="*/ 3061489 w 3084349"/>
                <a:gd name="connsiteY4" fmla="*/ 3992613 h 4362643"/>
                <a:gd name="connsiteX5" fmla="*/ 2691459 w 3084349"/>
                <a:gd name="connsiteY5" fmla="*/ 4362643 h 4362643"/>
                <a:gd name="connsiteX6" fmla="*/ 370030 w 3084349"/>
                <a:gd name="connsiteY6" fmla="*/ 4362643 h 4362643"/>
                <a:gd name="connsiteX7" fmla="*/ 0 w 3084349"/>
                <a:gd name="connsiteY7" fmla="*/ 3992613 h 4362643"/>
                <a:gd name="connsiteX8" fmla="*/ 0 w 3084349"/>
                <a:gd name="connsiteY8" fmla="*/ 2512536 h 4362643"/>
                <a:gd name="connsiteX0" fmla="*/ 0 w 3084349"/>
                <a:gd name="connsiteY0" fmla="*/ 2512536 h 4362643"/>
                <a:gd name="connsiteX1" fmla="*/ 242648 w 3084349"/>
                <a:gd name="connsiteY1" fmla="*/ 2197742 h 4362643"/>
                <a:gd name="connsiteX2" fmla="*/ 2775733 w 3084349"/>
                <a:gd name="connsiteY2" fmla="*/ 50816 h 4362643"/>
                <a:gd name="connsiteX3" fmla="*/ 3084349 w 3084349"/>
                <a:gd name="connsiteY3" fmla="*/ 432276 h 4362643"/>
                <a:gd name="connsiteX4" fmla="*/ 3061489 w 3084349"/>
                <a:gd name="connsiteY4" fmla="*/ 3992613 h 4362643"/>
                <a:gd name="connsiteX5" fmla="*/ 2691459 w 3084349"/>
                <a:gd name="connsiteY5" fmla="*/ 4362643 h 4362643"/>
                <a:gd name="connsiteX6" fmla="*/ 370030 w 3084349"/>
                <a:gd name="connsiteY6" fmla="*/ 4362643 h 4362643"/>
                <a:gd name="connsiteX7" fmla="*/ 0 w 3084349"/>
                <a:gd name="connsiteY7" fmla="*/ 3992613 h 4362643"/>
                <a:gd name="connsiteX8" fmla="*/ 0 w 3084349"/>
                <a:gd name="connsiteY8" fmla="*/ 2512536 h 4362643"/>
                <a:gd name="connsiteX0" fmla="*/ 0 w 3084349"/>
                <a:gd name="connsiteY0" fmla="*/ 2512536 h 4362643"/>
                <a:gd name="connsiteX1" fmla="*/ 242648 w 3084349"/>
                <a:gd name="connsiteY1" fmla="*/ 2197742 h 4362643"/>
                <a:gd name="connsiteX2" fmla="*/ 2775733 w 3084349"/>
                <a:gd name="connsiteY2" fmla="*/ 50816 h 4362643"/>
                <a:gd name="connsiteX3" fmla="*/ 3084349 w 3084349"/>
                <a:gd name="connsiteY3" fmla="*/ 432276 h 4362643"/>
                <a:gd name="connsiteX4" fmla="*/ 3061489 w 3084349"/>
                <a:gd name="connsiteY4" fmla="*/ 3992613 h 4362643"/>
                <a:gd name="connsiteX5" fmla="*/ 2691459 w 3084349"/>
                <a:gd name="connsiteY5" fmla="*/ 4362643 h 4362643"/>
                <a:gd name="connsiteX6" fmla="*/ 370030 w 3084349"/>
                <a:gd name="connsiteY6" fmla="*/ 4362643 h 4362643"/>
                <a:gd name="connsiteX7" fmla="*/ 0 w 3084349"/>
                <a:gd name="connsiteY7" fmla="*/ 3992613 h 4362643"/>
                <a:gd name="connsiteX8" fmla="*/ 0 w 3084349"/>
                <a:gd name="connsiteY8" fmla="*/ 2512536 h 4362643"/>
                <a:gd name="connsiteX0" fmla="*/ 0 w 3084349"/>
                <a:gd name="connsiteY0" fmla="*/ 2545678 h 4362643"/>
                <a:gd name="connsiteX1" fmla="*/ 242648 w 3084349"/>
                <a:gd name="connsiteY1" fmla="*/ 2197742 h 4362643"/>
                <a:gd name="connsiteX2" fmla="*/ 2775733 w 3084349"/>
                <a:gd name="connsiteY2" fmla="*/ 50816 h 4362643"/>
                <a:gd name="connsiteX3" fmla="*/ 3084349 w 3084349"/>
                <a:gd name="connsiteY3" fmla="*/ 432276 h 4362643"/>
                <a:gd name="connsiteX4" fmla="*/ 3061489 w 3084349"/>
                <a:gd name="connsiteY4" fmla="*/ 3992613 h 4362643"/>
                <a:gd name="connsiteX5" fmla="*/ 2691459 w 3084349"/>
                <a:gd name="connsiteY5" fmla="*/ 4362643 h 4362643"/>
                <a:gd name="connsiteX6" fmla="*/ 370030 w 3084349"/>
                <a:gd name="connsiteY6" fmla="*/ 4362643 h 4362643"/>
                <a:gd name="connsiteX7" fmla="*/ 0 w 3084349"/>
                <a:gd name="connsiteY7" fmla="*/ 3992613 h 4362643"/>
                <a:gd name="connsiteX8" fmla="*/ 0 w 3084349"/>
                <a:gd name="connsiteY8" fmla="*/ 2545678 h 4362643"/>
                <a:gd name="connsiteX0" fmla="*/ 0 w 3084349"/>
                <a:gd name="connsiteY0" fmla="*/ 3209346 h 5026311"/>
                <a:gd name="connsiteX1" fmla="*/ 242648 w 3084349"/>
                <a:gd name="connsiteY1" fmla="*/ 2861410 h 5026311"/>
                <a:gd name="connsiteX2" fmla="*/ 2740703 w 3084349"/>
                <a:gd name="connsiteY2" fmla="*/ 21538 h 5026311"/>
                <a:gd name="connsiteX3" fmla="*/ 3084349 w 3084349"/>
                <a:gd name="connsiteY3" fmla="*/ 1095944 h 5026311"/>
                <a:gd name="connsiteX4" fmla="*/ 3061489 w 3084349"/>
                <a:gd name="connsiteY4" fmla="*/ 4656281 h 5026311"/>
                <a:gd name="connsiteX5" fmla="*/ 2691459 w 3084349"/>
                <a:gd name="connsiteY5" fmla="*/ 5026311 h 5026311"/>
                <a:gd name="connsiteX6" fmla="*/ 370030 w 3084349"/>
                <a:gd name="connsiteY6" fmla="*/ 5026311 h 5026311"/>
                <a:gd name="connsiteX7" fmla="*/ 0 w 3084349"/>
                <a:gd name="connsiteY7" fmla="*/ 4656281 h 5026311"/>
                <a:gd name="connsiteX8" fmla="*/ 0 w 3084349"/>
                <a:gd name="connsiteY8" fmla="*/ 3209346 h 5026311"/>
                <a:gd name="connsiteX0" fmla="*/ 3185 w 3084349"/>
                <a:gd name="connsiteY0" fmla="*/ 3469852 h 5026311"/>
                <a:gd name="connsiteX1" fmla="*/ 242648 w 3084349"/>
                <a:gd name="connsiteY1" fmla="*/ 2861410 h 5026311"/>
                <a:gd name="connsiteX2" fmla="*/ 2740703 w 3084349"/>
                <a:gd name="connsiteY2" fmla="*/ 21538 h 5026311"/>
                <a:gd name="connsiteX3" fmla="*/ 3084349 w 3084349"/>
                <a:gd name="connsiteY3" fmla="*/ 1095944 h 5026311"/>
                <a:gd name="connsiteX4" fmla="*/ 3061489 w 3084349"/>
                <a:gd name="connsiteY4" fmla="*/ 4656281 h 5026311"/>
                <a:gd name="connsiteX5" fmla="*/ 2691459 w 3084349"/>
                <a:gd name="connsiteY5" fmla="*/ 5026311 h 5026311"/>
                <a:gd name="connsiteX6" fmla="*/ 370030 w 3084349"/>
                <a:gd name="connsiteY6" fmla="*/ 5026311 h 5026311"/>
                <a:gd name="connsiteX7" fmla="*/ 0 w 3084349"/>
                <a:gd name="connsiteY7" fmla="*/ 4656281 h 5026311"/>
                <a:gd name="connsiteX8" fmla="*/ 3185 w 3084349"/>
                <a:gd name="connsiteY8" fmla="*/ 3469852 h 5026311"/>
                <a:gd name="connsiteX0" fmla="*/ 3185 w 3084349"/>
                <a:gd name="connsiteY0" fmla="*/ 3469852 h 5026311"/>
                <a:gd name="connsiteX1" fmla="*/ 255387 w 3084349"/>
                <a:gd name="connsiteY1" fmla="*/ 2960402 h 5026311"/>
                <a:gd name="connsiteX2" fmla="*/ 2740703 w 3084349"/>
                <a:gd name="connsiteY2" fmla="*/ 21538 h 5026311"/>
                <a:gd name="connsiteX3" fmla="*/ 3084349 w 3084349"/>
                <a:gd name="connsiteY3" fmla="*/ 1095944 h 5026311"/>
                <a:gd name="connsiteX4" fmla="*/ 3061489 w 3084349"/>
                <a:gd name="connsiteY4" fmla="*/ 4656281 h 5026311"/>
                <a:gd name="connsiteX5" fmla="*/ 2691459 w 3084349"/>
                <a:gd name="connsiteY5" fmla="*/ 5026311 h 5026311"/>
                <a:gd name="connsiteX6" fmla="*/ 370030 w 3084349"/>
                <a:gd name="connsiteY6" fmla="*/ 5026311 h 5026311"/>
                <a:gd name="connsiteX7" fmla="*/ 0 w 3084349"/>
                <a:gd name="connsiteY7" fmla="*/ 4656281 h 5026311"/>
                <a:gd name="connsiteX8" fmla="*/ 3185 w 3084349"/>
                <a:gd name="connsiteY8" fmla="*/ 3469852 h 5026311"/>
                <a:gd name="connsiteX0" fmla="*/ 306 w 3084654"/>
                <a:gd name="connsiteY0" fmla="*/ 3579264 h 5026311"/>
                <a:gd name="connsiteX1" fmla="*/ 255692 w 3084654"/>
                <a:gd name="connsiteY1" fmla="*/ 2960402 h 5026311"/>
                <a:gd name="connsiteX2" fmla="*/ 2741008 w 3084654"/>
                <a:gd name="connsiteY2" fmla="*/ 21538 h 5026311"/>
                <a:gd name="connsiteX3" fmla="*/ 3084654 w 3084654"/>
                <a:gd name="connsiteY3" fmla="*/ 1095944 h 5026311"/>
                <a:gd name="connsiteX4" fmla="*/ 3061794 w 3084654"/>
                <a:gd name="connsiteY4" fmla="*/ 4656281 h 5026311"/>
                <a:gd name="connsiteX5" fmla="*/ 2691764 w 3084654"/>
                <a:gd name="connsiteY5" fmla="*/ 5026311 h 5026311"/>
                <a:gd name="connsiteX6" fmla="*/ 370335 w 3084654"/>
                <a:gd name="connsiteY6" fmla="*/ 5026311 h 5026311"/>
                <a:gd name="connsiteX7" fmla="*/ 305 w 3084654"/>
                <a:gd name="connsiteY7" fmla="*/ 4656281 h 5026311"/>
                <a:gd name="connsiteX8" fmla="*/ 306 w 3084654"/>
                <a:gd name="connsiteY8" fmla="*/ 3579264 h 5026311"/>
                <a:gd name="connsiteX0" fmla="*/ 306 w 3084654"/>
                <a:gd name="connsiteY0" fmla="*/ 3254162 h 4701209"/>
                <a:gd name="connsiteX1" fmla="*/ 255692 w 3084654"/>
                <a:gd name="connsiteY1" fmla="*/ 2635300 h 4701209"/>
                <a:gd name="connsiteX2" fmla="*/ 2217954 w 3084654"/>
                <a:gd name="connsiteY2" fmla="*/ 29883 h 4701209"/>
                <a:gd name="connsiteX3" fmla="*/ 3084654 w 3084654"/>
                <a:gd name="connsiteY3" fmla="*/ 770842 h 4701209"/>
                <a:gd name="connsiteX4" fmla="*/ 3061794 w 3084654"/>
                <a:gd name="connsiteY4" fmla="*/ 4331179 h 4701209"/>
                <a:gd name="connsiteX5" fmla="*/ 2691764 w 3084654"/>
                <a:gd name="connsiteY5" fmla="*/ 4701209 h 4701209"/>
                <a:gd name="connsiteX6" fmla="*/ 370335 w 3084654"/>
                <a:gd name="connsiteY6" fmla="*/ 4701209 h 4701209"/>
                <a:gd name="connsiteX7" fmla="*/ 305 w 3084654"/>
                <a:gd name="connsiteY7" fmla="*/ 4331179 h 4701209"/>
                <a:gd name="connsiteX8" fmla="*/ 306 w 3084654"/>
                <a:gd name="connsiteY8" fmla="*/ 3254162 h 4701209"/>
                <a:gd name="connsiteX0" fmla="*/ 306 w 3084654"/>
                <a:gd name="connsiteY0" fmla="*/ 3421278 h 4868325"/>
                <a:gd name="connsiteX1" fmla="*/ 255692 w 3084654"/>
                <a:gd name="connsiteY1" fmla="*/ 2802416 h 4868325"/>
                <a:gd name="connsiteX2" fmla="*/ 2217954 w 3084654"/>
                <a:gd name="connsiteY2" fmla="*/ 196999 h 4868325"/>
                <a:gd name="connsiteX3" fmla="*/ 2547710 w 3084654"/>
                <a:gd name="connsiteY3" fmla="*/ 267790 h 4868325"/>
                <a:gd name="connsiteX4" fmla="*/ 3084654 w 3084654"/>
                <a:gd name="connsiteY4" fmla="*/ 937958 h 4868325"/>
                <a:gd name="connsiteX5" fmla="*/ 3061794 w 3084654"/>
                <a:gd name="connsiteY5" fmla="*/ 4498295 h 4868325"/>
                <a:gd name="connsiteX6" fmla="*/ 2691764 w 3084654"/>
                <a:gd name="connsiteY6" fmla="*/ 4868325 h 4868325"/>
                <a:gd name="connsiteX7" fmla="*/ 370335 w 3084654"/>
                <a:gd name="connsiteY7" fmla="*/ 4868325 h 4868325"/>
                <a:gd name="connsiteX8" fmla="*/ 305 w 3084654"/>
                <a:gd name="connsiteY8" fmla="*/ 4498295 h 4868325"/>
                <a:gd name="connsiteX9" fmla="*/ 306 w 3084654"/>
                <a:gd name="connsiteY9" fmla="*/ 3421278 h 4868325"/>
                <a:gd name="connsiteX0" fmla="*/ 306 w 3084654"/>
                <a:gd name="connsiteY0" fmla="*/ 3556046 h 5003093"/>
                <a:gd name="connsiteX1" fmla="*/ 255692 w 3084654"/>
                <a:gd name="connsiteY1" fmla="*/ 2937184 h 5003093"/>
                <a:gd name="connsiteX2" fmla="*/ 2217954 w 3084654"/>
                <a:gd name="connsiteY2" fmla="*/ 331767 h 5003093"/>
                <a:gd name="connsiteX3" fmla="*/ 2610591 w 3084654"/>
                <a:gd name="connsiteY3" fmla="*/ 89951 h 5003093"/>
                <a:gd name="connsiteX4" fmla="*/ 3084654 w 3084654"/>
                <a:gd name="connsiteY4" fmla="*/ 1072726 h 5003093"/>
                <a:gd name="connsiteX5" fmla="*/ 3061794 w 3084654"/>
                <a:gd name="connsiteY5" fmla="*/ 4633063 h 5003093"/>
                <a:gd name="connsiteX6" fmla="*/ 2691764 w 3084654"/>
                <a:gd name="connsiteY6" fmla="*/ 5003093 h 5003093"/>
                <a:gd name="connsiteX7" fmla="*/ 370335 w 3084654"/>
                <a:gd name="connsiteY7" fmla="*/ 5003093 h 5003093"/>
                <a:gd name="connsiteX8" fmla="*/ 305 w 3084654"/>
                <a:gd name="connsiteY8" fmla="*/ 4633063 h 5003093"/>
                <a:gd name="connsiteX9" fmla="*/ 306 w 3084654"/>
                <a:gd name="connsiteY9" fmla="*/ 3556046 h 5003093"/>
                <a:gd name="connsiteX0" fmla="*/ 306 w 3084654"/>
                <a:gd name="connsiteY0" fmla="*/ 3556046 h 5003093"/>
                <a:gd name="connsiteX1" fmla="*/ 255692 w 3084654"/>
                <a:gd name="connsiteY1" fmla="*/ 2937184 h 5003093"/>
                <a:gd name="connsiteX2" fmla="*/ 2217954 w 3084654"/>
                <a:gd name="connsiteY2" fmla="*/ 331767 h 5003093"/>
                <a:gd name="connsiteX3" fmla="*/ 2610591 w 3084654"/>
                <a:gd name="connsiteY3" fmla="*/ 89951 h 5003093"/>
                <a:gd name="connsiteX4" fmla="*/ 3022175 w 3084654"/>
                <a:gd name="connsiteY4" fmla="*/ 704747 h 5003093"/>
                <a:gd name="connsiteX5" fmla="*/ 3084654 w 3084654"/>
                <a:gd name="connsiteY5" fmla="*/ 1072726 h 5003093"/>
                <a:gd name="connsiteX6" fmla="*/ 3061794 w 3084654"/>
                <a:gd name="connsiteY6" fmla="*/ 4633063 h 5003093"/>
                <a:gd name="connsiteX7" fmla="*/ 2691764 w 3084654"/>
                <a:gd name="connsiteY7" fmla="*/ 5003093 h 5003093"/>
                <a:gd name="connsiteX8" fmla="*/ 370335 w 3084654"/>
                <a:gd name="connsiteY8" fmla="*/ 5003093 h 5003093"/>
                <a:gd name="connsiteX9" fmla="*/ 305 w 3084654"/>
                <a:gd name="connsiteY9" fmla="*/ 4633063 h 5003093"/>
                <a:gd name="connsiteX10" fmla="*/ 306 w 3084654"/>
                <a:gd name="connsiteY10" fmla="*/ 3556046 h 5003093"/>
                <a:gd name="connsiteX0" fmla="*/ 306 w 3084654"/>
                <a:gd name="connsiteY0" fmla="*/ 3505636 h 4952683"/>
                <a:gd name="connsiteX1" fmla="*/ 255692 w 3084654"/>
                <a:gd name="connsiteY1" fmla="*/ 2886774 h 4952683"/>
                <a:gd name="connsiteX2" fmla="*/ 2217954 w 3084654"/>
                <a:gd name="connsiteY2" fmla="*/ 281357 h 4952683"/>
                <a:gd name="connsiteX3" fmla="*/ 2493404 w 3084654"/>
                <a:gd name="connsiteY3" fmla="*/ 128112 h 4952683"/>
                <a:gd name="connsiteX4" fmla="*/ 3022175 w 3084654"/>
                <a:gd name="connsiteY4" fmla="*/ 654337 h 4952683"/>
                <a:gd name="connsiteX5" fmla="*/ 3084654 w 3084654"/>
                <a:gd name="connsiteY5" fmla="*/ 1022316 h 4952683"/>
                <a:gd name="connsiteX6" fmla="*/ 3061794 w 3084654"/>
                <a:gd name="connsiteY6" fmla="*/ 4582653 h 4952683"/>
                <a:gd name="connsiteX7" fmla="*/ 2691764 w 3084654"/>
                <a:gd name="connsiteY7" fmla="*/ 4952683 h 4952683"/>
                <a:gd name="connsiteX8" fmla="*/ 370335 w 3084654"/>
                <a:gd name="connsiteY8" fmla="*/ 4952683 h 4952683"/>
                <a:gd name="connsiteX9" fmla="*/ 305 w 3084654"/>
                <a:gd name="connsiteY9" fmla="*/ 4582653 h 4952683"/>
                <a:gd name="connsiteX10" fmla="*/ 306 w 3084654"/>
                <a:gd name="connsiteY10" fmla="*/ 3505636 h 4952683"/>
                <a:gd name="connsiteX0" fmla="*/ 306 w 3084654"/>
                <a:gd name="connsiteY0" fmla="*/ 3463239 h 4910286"/>
                <a:gd name="connsiteX1" fmla="*/ 255692 w 3084654"/>
                <a:gd name="connsiteY1" fmla="*/ 2844377 h 4910286"/>
                <a:gd name="connsiteX2" fmla="*/ 2217954 w 3084654"/>
                <a:gd name="connsiteY2" fmla="*/ 238960 h 4910286"/>
                <a:gd name="connsiteX3" fmla="*/ 2493404 w 3084654"/>
                <a:gd name="connsiteY3" fmla="*/ 85715 h 4910286"/>
                <a:gd name="connsiteX4" fmla="*/ 3022175 w 3084654"/>
                <a:gd name="connsiteY4" fmla="*/ 611940 h 4910286"/>
                <a:gd name="connsiteX5" fmla="*/ 3084654 w 3084654"/>
                <a:gd name="connsiteY5" fmla="*/ 979919 h 4910286"/>
                <a:gd name="connsiteX6" fmla="*/ 3061794 w 3084654"/>
                <a:gd name="connsiteY6" fmla="*/ 4540256 h 4910286"/>
                <a:gd name="connsiteX7" fmla="*/ 2691764 w 3084654"/>
                <a:gd name="connsiteY7" fmla="*/ 4910286 h 4910286"/>
                <a:gd name="connsiteX8" fmla="*/ 370335 w 3084654"/>
                <a:gd name="connsiteY8" fmla="*/ 4910286 h 4910286"/>
                <a:gd name="connsiteX9" fmla="*/ 305 w 3084654"/>
                <a:gd name="connsiteY9" fmla="*/ 4540256 h 4910286"/>
                <a:gd name="connsiteX10" fmla="*/ 306 w 3084654"/>
                <a:gd name="connsiteY10" fmla="*/ 3463239 h 4910286"/>
                <a:gd name="connsiteX0" fmla="*/ 306 w 3084654"/>
                <a:gd name="connsiteY0" fmla="*/ 3377689 h 4824736"/>
                <a:gd name="connsiteX1" fmla="*/ 255692 w 3084654"/>
                <a:gd name="connsiteY1" fmla="*/ 2758827 h 4824736"/>
                <a:gd name="connsiteX2" fmla="*/ 2217954 w 3084654"/>
                <a:gd name="connsiteY2" fmla="*/ 153410 h 4824736"/>
                <a:gd name="connsiteX3" fmla="*/ 2493404 w 3084654"/>
                <a:gd name="connsiteY3" fmla="*/ 165 h 4824736"/>
                <a:gd name="connsiteX4" fmla="*/ 3022175 w 3084654"/>
                <a:gd name="connsiteY4" fmla="*/ 526390 h 4824736"/>
                <a:gd name="connsiteX5" fmla="*/ 3084654 w 3084654"/>
                <a:gd name="connsiteY5" fmla="*/ 894369 h 4824736"/>
                <a:gd name="connsiteX6" fmla="*/ 3061794 w 3084654"/>
                <a:gd name="connsiteY6" fmla="*/ 4454706 h 4824736"/>
                <a:gd name="connsiteX7" fmla="*/ 2691764 w 3084654"/>
                <a:gd name="connsiteY7" fmla="*/ 4824736 h 4824736"/>
                <a:gd name="connsiteX8" fmla="*/ 370335 w 3084654"/>
                <a:gd name="connsiteY8" fmla="*/ 4824736 h 4824736"/>
                <a:gd name="connsiteX9" fmla="*/ 305 w 3084654"/>
                <a:gd name="connsiteY9" fmla="*/ 4454706 h 4824736"/>
                <a:gd name="connsiteX10" fmla="*/ 306 w 3084654"/>
                <a:gd name="connsiteY10" fmla="*/ 3377689 h 4824736"/>
                <a:gd name="connsiteX0" fmla="*/ 306 w 3084654"/>
                <a:gd name="connsiteY0" fmla="*/ 3390464 h 4837511"/>
                <a:gd name="connsiteX1" fmla="*/ 255692 w 3084654"/>
                <a:gd name="connsiteY1" fmla="*/ 2771602 h 4837511"/>
                <a:gd name="connsiteX2" fmla="*/ 2217954 w 3084654"/>
                <a:gd name="connsiteY2" fmla="*/ 166185 h 4837511"/>
                <a:gd name="connsiteX3" fmla="*/ 2493404 w 3084654"/>
                <a:gd name="connsiteY3" fmla="*/ 12940 h 4837511"/>
                <a:gd name="connsiteX4" fmla="*/ 3015030 w 3084654"/>
                <a:gd name="connsiteY4" fmla="*/ 75465 h 4837511"/>
                <a:gd name="connsiteX5" fmla="*/ 3084654 w 3084654"/>
                <a:gd name="connsiteY5" fmla="*/ 907144 h 4837511"/>
                <a:gd name="connsiteX6" fmla="*/ 3061794 w 3084654"/>
                <a:gd name="connsiteY6" fmla="*/ 4467481 h 4837511"/>
                <a:gd name="connsiteX7" fmla="*/ 2691764 w 3084654"/>
                <a:gd name="connsiteY7" fmla="*/ 4837511 h 4837511"/>
                <a:gd name="connsiteX8" fmla="*/ 370335 w 3084654"/>
                <a:gd name="connsiteY8" fmla="*/ 4837511 h 4837511"/>
                <a:gd name="connsiteX9" fmla="*/ 305 w 3084654"/>
                <a:gd name="connsiteY9" fmla="*/ 4467481 h 4837511"/>
                <a:gd name="connsiteX10" fmla="*/ 306 w 3084654"/>
                <a:gd name="connsiteY10" fmla="*/ 3390464 h 4837511"/>
                <a:gd name="connsiteX0" fmla="*/ 306 w 3084654"/>
                <a:gd name="connsiteY0" fmla="*/ 3377689 h 4824736"/>
                <a:gd name="connsiteX1" fmla="*/ 255692 w 3084654"/>
                <a:gd name="connsiteY1" fmla="*/ 2758827 h 4824736"/>
                <a:gd name="connsiteX2" fmla="*/ 2217954 w 3084654"/>
                <a:gd name="connsiteY2" fmla="*/ 153410 h 4824736"/>
                <a:gd name="connsiteX3" fmla="*/ 2493404 w 3084654"/>
                <a:gd name="connsiteY3" fmla="*/ 165 h 4824736"/>
                <a:gd name="connsiteX4" fmla="*/ 3015030 w 3084654"/>
                <a:gd name="connsiteY4" fmla="*/ 62690 h 4824736"/>
                <a:gd name="connsiteX5" fmla="*/ 3084654 w 3084654"/>
                <a:gd name="connsiteY5" fmla="*/ 894369 h 4824736"/>
                <a:gd name="connsiteX6" fmla="*/ 3061794 w 3084654"/>
                <a:gd name="connsiteY6" fmla="*/ 4454706 h 4824736"/>
                <a:gd name="connsiteX7" fmla="*/ 2691764 w 3084654"/>
                <a:gd name="connsiteY7" fmla="*/ 4824736 h 4824736"/>
                <a:gd name="connsiteX8" fmla="*/ 370335 w 3084654"/>
                <a:gd name="connsiteY8" fmla="*/ 4824736 h 4824736"/>
                <a:gd name="connsiteX9" fmla="*/ 305 w 3084654"/>
                <a:gd name="connsiteY9" fmla="*/ 4454706 h 4824736"/>
                <a:gd name="connsiteX10" fmla="*/ 306 w 3084654"/>
                <a:gd name="connsiteY10" fmla="*/ 3377689 h 4824736"/>
                <a:gd name="connsiteX0" fmla="*/ 306 w 3084654"/>
                <a:gd name="connsiteY0" fmla="*/ 3380126 h 4827173"/>
                <a:gd name="connsiteX1" fmla="*/ 255692 w 3084654"/>
                <a:gd name="connsiteY1" fmla="*/ 2761264 h 4827173"/>
                <a:gd name="connsiteX2" fmla="*/ 2217954 w 3084654"/>
                <a:gd name="connsiteY2" fmla="*/ 155847 h 4827173"/>
                <a:gd name="connsiteX3" fmla="*/ 2493404 w 3084654"/>
                <a:gd name="connsiteY3" fmla="*/ 2602 h 4827173"/>
                <a:gd name="connsiteX4" fmla="*/ 2946432 w 3084654"/>
                <a:gd name="connsiteY4" fmla="*/ 0 h 4827173"/>
                <a:gd name="connsiteX5" fmla="*/ 3084654 w 3084654"/>
                <a:gd name="connsiteY5" fmla="*/ 896806 h 4827173"/>
                <a:gd name="connsiteX6" fmla="*/ 3061794 w 3084654"/>
                <a:gd name="connsiteY6" fmla="*/ 4457143 h 4827173"/>
                <a:gd name="connsiteX7" fmla="*/ 2691764 w 3084654"/>
                <a:gd name="connsiteY7" fmla="*/ 4827173 h 4827173"/>
                <a:gd name="connsiteX8" fmla="*/ 370335 w 3084654"/>
                <a:gd name="connsiteY8" fmla="*/ 4827173 h 4827173"/>
                <a:gd name="connsiteX9" fmla="*/ 305 w 3084654"/>
                <a:gd name="connsiteY9" fmla="*/ 4457143 h 4827173"/>
                <a:gd name="connsiteX10" fmla="*/ 306 w 3084654"/>
                <a:gd name="connsiteY10" fmla="*/ 3380126 h 4827173"/>
                <a:gd name="connsiteX0" fmla="*/ 306 w 3081796"/>
                <a:gd name="connsiteY0" fmla="*/ 3494549 h 4941596"/>
                <a:gd name="connsiteX1" fmla="*/ 255692 w 3081796"/>
                <a:gd name="connsiteY1" fmla="*/ 2875687 h 4941596"/>
                <a:gd name="connsiteX2" fmla="*/ 2217954 w 3081796"/>
                <a:gd name="connsiteY2" fmla="*/ 270270 h 4941596"/>
                <a:gd name="connsiteX3" fmla="*/ 2493404 w 3081796"/>
                <a:gd name="connsiteY3" fmla="*/ 117025 h 4941596"/>
                <a:gd name="connsiteX4" fmla="*/ 2946432 w 3081796"/>
                <a:gd name="connsiteY4" fmla="*/ 114423 h 4941596"/>
                <a:gd name="connsiteX5" fmla="*/ 3081796 w 3081796"/>
                <a:gd name="connsiteY5" fmla="*/ 305258 h 4941596"/>
                <a:gd name="connsiteX6" fmla="*/ 3061794 w 3081796"/>
                <a:gd name="connsiteY6" fmla="*/ 4571566 h 4941596"/>
                <a:gd name="connsiteX7" fmla="*/ 2691764 w 3081796"/>
                <a:gd name="connsiteY7" fmla="*/ 4941596 h 4941596"/>
                <a:gd name="connsiteX8" fmla="*/ 370335 w 3081796"/>
                <a:gd name="connsiteY8" fmla="*/ 4941596 h 4941596"/>
                <a:gd name="connsiteX9" fmla="*/ 305 w 3081796"/>
                <a:gd name="connsiteY9" fmla="*/ 4571566 h 4941596"/>
                <a:gd name="connsiteX10" fmla="*/ 306 w 3081796"/>
                <a:gd name="connsiteY10" fmla="*/ 3494549 h 4941596"/>
                <a:gd name="connsiteX0" fmla="*/ 306 w 3081796"/>
                <a:gd name="connsiteY0" fmla="*/ 3380126 h 4827173"/>
                <a:gd name="connsiteX1" fmla="*/ 255692 w 3081796"/>
                <a:gd name="connsiteY1" fmla="*/ 2761264 h 4827173"/>
                <a:gd name="connsiteX2" fmla="*/ 2217954 w 3081796"/>
                <a:gd name="connsiteY2" fmla="*/ 155847 h 4827173"/>
                <a:gd name="connsiteX3" fmla="*/ 2493404 w 3081796"/>
                <a:gd name="connsiteY3" fmla="*/ 2602 h 4827173"/>
                <a:gd name="connsiteX4" fmla="*/ 2946432 w 3081796"/>
                <a:gd name="connsiteY4" fmla="*/ 0 h 4827173"/>
                <a:gd name="connsiteX5" fmla="*/ 3081796 w 3081796"/>
                <a:gd name="connsiteY5" fmla="*/ 190835 h 4827173"/>
                <a:gd name="connsiteX6" fmla="*/ 3061794 w 3081796"/>
                <a:gd name="connsiteY6" fmla="*/ 4457143 h 4827173"/>
                <a:gd name="connsiteX7" fmla="*/ 2691764 w 3081796"/>
                <a:gd name="connsiteY7" fmla="*/ 4827173 h 4827173"/>
                <a:gd name="connsiteX8" fmla="*/ 370335 w 3081796"/>
                <a:gd name="connsiteY8" fmla="*/ 4827173 h 4827173"/>
                <a:gd name="connsiteX9" fmla="*/ 305 w 3081796"/>
                <a:gd name="connsiteY9" fmla="*/ 4457143 h 4827173"/>
                <a:gd name="connsiteX10" fmla="*/ 306 w 3081796"/>
                <a:gd name="connsiteY10" fmla="*/ 3380126 h 4827173"/>
                <a:gd name="connsiteX0" fmla="*/ 306 w 3081796"/>
                <a:gd name="connsiteY0" fmla="*/ 3380126 h 4827173"/>
                <a:gd name="connsiteX1" fmla="*/ 255692 w 3081796"/>
                <a:gd name="connsiteY1" fmla="*/ 2761264 h 4827173"/>
                <a:gd name="connsiteX2" fmla="*/ 2217954 w 3081796"/>
                <a:gd name="connsiteY2" fmla="*/ 155847 h 4827173"/>
                <a:gd name="connsiteX3" fmla="*/ 2493404 w 3081796"/>
                <a:gd name="connsiteY3" fmla="*/ 2602 h 4827173"/>
                <a:gd name="connsiteX4" fmla="*/ 2946432 w 3081796"/>
                <a:gd name="connsiteY4" fmla="*/ 0 h 4827173"/>
                <a:gd name="connsiteX5" fmla="*/ 3081796 w 3081796"/>
                <a:gd name="connsiteY5" fmla="*/ 354954 h 4827173"/>
                <a:gd name="connsiteX6" fmla="*/ 3061794 w 3081796"/>
                <a:gd name="connsiteY6" fmla="*/ 4457143 h 4827173"/>
                <a:gd name="connsiteX7" fmla="*/ 2691764 w 3081796"/>
                <a:gd name="connsiteY7" fmla="*/ 4827173 h 4827173"/>
                <a:gd name="connsiteX8" fmla="*/ 370335 w 3081796"/>
                <a:gd name="connsiteY8" fmla="*/ 4827173 h 4827173"/>
                <a:gd name="connsiteX9" fmla="*/ 305 w 3081796"/>
                <a:gd name="connsiteY9" fmla="*/ 4457143 h 4827173"/>
                <a:gd name="connsiteX10" fmla="*/ 306 w 3081796"/>
                <a:gd name="connsiteY10" fmla="*/ 3380126 h 4827173"/>
                <a:gd name="connsiteX0" fmla="*/ 306 w 3081796"/>
                <a:gd name="connsiteY0" fmla="*/ 3380126 h 4827173"/>
                <a:gd name="connsiteX1" fmla="*/ 255692 w 3081796"/>
                <a:gd name="connsiteY1" fmla="*/ 2761264 h 4827173"/>
                <a:gd name="connsiteX2" fmla="*/ 2217954 w 3081796"/>
                <a:gd name="connsiteY2" fmla="*/ 155847 h 4827173"/>
                <a:gd name="connsiteX3" fmla="*/ 2493404 w 3081796"/>
                <a:gd name="connsiteY3" fmla="*/ 2602 h 4827173"/>
                <a:gd name="connsiteX4" fmla="*/ 2946432 w 3081796"/>
                <a:gd name="connsiteY4" fmla="*/ 0 h 4827173"/>
                <a:gd name="connsiteX5" fmla="*/ 3081796 w 3081796"/>
                <a:gd name="connsiteY5" fmla="*/ 354954 h 4827173"/>
                <a:gd name="connsiteX6" fmla="*/ 3061794 w 3081796"/>
                <a:gd name="connsiteY6" fmla="*/ 4457143 h 4827173"/>
                <a:gd name="connsiteX7" fmla="*/ 2691764 w 3081796"/>
                <a:gd name="connsiteY7" fmla="*/ 4827173 h 4827173"/>
                <a:gd name="connsiteX8" fmla="*/ 370335 w 3081796"/>
                <a:gd name="connsiteY8" fmla="*/ 4827173 h 4827173"/>
                <a:gd name="connsiteX9" fmla="*/ 305 w 3081796"/>
                <a:gd name="connsiteY9" fmla="*/ 4457143 h 4827173"/>
                <a:gd name="connsiteX10" fmla="*/ 306 w 3081796"/>
                <a:gd name="connsiteY10" fmla="*/ 3380126 h 4827173"/>
                <a:gd name="connsiteX0" fmla="*/ 306 w 3081796"/>
                <a:gd name="connsiteY0" fmla="*/ 3380126 h 4827173"/>
                <a:gd name="connsiteX1" fmla="*/ 255692 w 3081796"/>
                <a:gd name="connsiteY1" fmla="*/ 2761264 h 4827173"/>
                <a:gd name="connsiteX2" fmla="*/ 2217954 w 3081796"/>
                <a:gd name="connsiteY2" fmla="*/ 155847 h 4827173"/>
                <a:gd name="connsiteX3" fmla="*/ 2493404 w 3081796"/>
                <a:gd name="connsiteY3" fmla="*/ 2602 h 4827173"/>
                <a:gd name="connsiteX4" fmla="*/ 2933570 w 3081796"/>
                <a:gd name="connsiteY4" fmla="*/ 0 h 4827173"/>
                <a:gd name="connsiteX5" fmla="*/ 3081796 w 3081796"/>
                <a:gd name="connsiteY5" fmla="*/ 354954 h 4827173"/>
                <a:gd name="connsiteX6" fmla="*/ 3061794 w 3081796"/>
                <a:gd name="connsiteY6" fmla="*/ 4457143 h 4827173"/>
                <a:gd name="connsiteX7" fmla="*/ 2691764 w 3081796"/>
                <a:gd name="connsiteY7" fmla="*/ 4827173 h 4827173"/>
                <a:gd name="connsiteX8" fmla="*/ 370335 w 3081796"/>
                <a:gd name="connsiteY8" fmla="*/ 4827173 h 4827173"/>
                <a:gd name="connsiteX9" fmla="*/ 305 w 3081796"/>
                <a:gd name="connsiteY9" fmla="*/ 4457143 h 4827173"/>
                <a:gd name="connsiteX10" fmla="*/ 306 w 3081796"/>
                <a:gd name="connsiteY10" fmla="*/ 3380126 h 4827173"/>
                <a:gd name="connsiteX0" fmla="*/ 306 w 3081796"/>
                <a:gd name="connsiteY0" fmla="*/ 3380126 h 4827173"/>
                <a:gd name="connsiteX1" fmla="*/ 255692 w 3081796"/>
                <a:gd name="connsiteY1" fmla="*/ 2761264 h 4827173"/>
                <a:gd name="connsiteX2" fmla="*/ 2217954 w 3081796"/>
                <a:gd name="connsiteY2" fmla="*/ 155847 h 4827173"/>
                <a:gd name="connsiteX3" fmla="*/ 2493404 w 3081796"/>
                <a:gd name="connsiteY3" fmla="*/ 2602 h 4827173"/>
                <a:gd name="connsiteX4" fmla="*/ 2933570 w 3081796"/>
                <a:gd name="connsiteY4" fmla="*/ 0 h 4827173"/>
                <a:gd name="connsiteX5" fmla="*/ 3081796 w 3081796"/>
                <a:gd name="connsiteY5" fmla="*/ 354954 h 4827173"/>
                <a:gd name="connsiteX6" fmla="*/ 3061794 w 3081796"/>
                <a:gd name="connsiteY6" fmla="*/ 4457143 h 4827173"/>
                <a:gd name="connsiteX7" fmla="*/ 2691764 w 3081796"/>
                <a:gd name="connsiteY7" fmla="*/ 4827173 h 4827173"/>
                <a:gd name="connsiteX8" fmla="*/ 370335 w 3081796"/>
                <a:gd name="connsiteY8" fmla="*/ 4827173 h 4827173"/>
                <a:gd name="connsiteX9" fmla="*/ 305 w 3081796"/>
                <a:gd name="connsiteY9" fmla="*/ 4457143 h 4827173"/>
                <a:gd name="connsiteX10" fmla="*/ 306 w 3081796"/>
                <a:gd name="connsiteY10" fmla="*/ 3380126 h 4827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1796" h="4827173">
                  <a:moveTo>
                    <a:pt x="306" y="3380126"/>
                  </a:moveTo>
                  <a:cubicBezTo>
                    <a:pt x="306" y="3175764"/>
                    <a:pt x="137313" y="2860688"/>
                    <a:pt x="255692" y="2761264"/>
                  </a:cubicBezTo>
                  <a:lnTo>
                    <a:pt x="2217954" y="155847"/>
                  </a:lnTo>
                  <a:cubicBezTo>
                    <a:pt x="2278407" y="56436"/>
                    <a:pt x="2383253" y="-1058"/>
                    <a:pt x="2493404" y="2602"/>
                  </a:cubicBezTo>
                  <a:lnTo>
                    <a:pt x="2933570" y="0"/>
                  </a:lnTo>
                  <a:cubicBezTo>
                    <a:pt x="3011150" y="2282"/>
                    <a:pt x="3079480" y="210827"/>
                    <a:pt x="3081796" y="354954"/>
                  </a:cubicBezTo>
                  <a:cubicBezTo>
                    <a:pt x="3075129" y="1777057"/>
                    <a:pt x="3068461" y="3035040"/>
                    <a:pt x="3061794" y="4457143"/>
                  </a:cubicBezTo>
                  <a:cubicBezTo>
                    <a:pt x="3061794" y="4661505"/>
                    <a:pt x="2896126" y="4827173"/>
                    <a:pt x="2691764" y="4827173"/>
                  </a:cubicBezTo>
                  <a:lnTo>
                    <a:pt x="370335" y="4827173"/>
                  </a:lnTo>
                  <a:cubicBezTo>
                    <a:pt x="165973" y="4827173"/>
                    <a:pt x="305" y="4661505"/>
                    <a:pt x="305" y="4457143"/>
                  </a:cubicBezTo>
                  <a:cubicBezTo>
                    <a:pt x="1367" y="4061667"/>
                    <a:pt x="-756" y="3775602"/>
                    <a:pt x="306" y="3380126"/>
                  </a:cubicBezTo>
                  <a:close/>
                </a:path>
              </a:pathLst>
            </a:custGeom>
            <a:solidFill>
              <a:srgbClr val="84E291">
                <a:alpha val="25098"/>
              </a:srgb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area 5">
              <a:extLst>
                <a:ext uri="{FF2B5EF4-FFF2-40B4-BE49-F238E27FC236}">
                  <a16:creationId xmlns:a16="http://schemas.microsoft.com/office/drawing/2014/main" id="{FC95FC39-A9FF-2E21-321A-E968C6BD4096}"/>
                </a:ext>
              </a:extLst>
            </p:cNvPr>
            <p:cNvSpPr/>
            <p:nvPr/>
          </p:nvSpPr>
          <p:spPr>
            <a:xfrm>
              <a:off x="4137972" y="1737306"/>
              <a:ext cx="3061489" cy="1913278"/>
            </a:xfrm>
            <a:prstGeom prst="roundRect">
              <a:avLst/>
            </a:prstGeom>
            <a:solidFill>
              <a:srgbClr val="84E291">
                <a:alpha val="25098"/>
              </a:srgb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area 4">
              <a:extLst>
                <a:ext uri="{FF2B5EF4-FFF2-40B4-BE49-F238E27FC236}">
                  <a16:creationId xmlns:a16="http://schemas.microsoft.com/office/drawing/2014/main" id="{97967427-20ED-001F-7C1C-8304A91E219B}"/>
                </a:ext>
              </a:extLst>
            </p:cNvPr>
            <p:cNvSpPr/>
            <p:nvPr/>
          </p:nvSpPr>
          <p:spPr>
            <a:xfrm>
              <a:off x="49659" y="16290"/>
              <a:ext cx="3862181" cy="3630555"/>
            </a:xfrm>
            <a:prstGeom prst="roundRect">
              <a:avLst/>
            </a:prstGeom>
            <a:solidFill>
              <a:srgbClr val="84E291">
                <a:alpha val="25098"/>
              </a:srgb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area 3">
              <a:extLst>
                <a:ext uri="{FF2B5EF4-FFF2-40B4-BE49-F238E27FC236}">
                  <a16:creationId xmlns:a16="http://schemas.microsoft.com/office/drawing/2014/main" id="{6F72893C-814A-458C-80B1-44D26BA014AE}"/>
                </a:ext>
              </a:extLst>
            </p:cNvPr>
            <p:cNvSpPr/>
            <p:nvPr/>
          </p:nvSpPr>
          <p:spPr>
            <a:xfrm>
              <a:off x="8270844" y="1652011"/>
              <a:ext cx="3690108" cy="4189221"/>
            </a:xfrm>
            <a:custGeom>
              <a:avLst/>
              <a:gdLst>
                <a:gd name="connsiteX0" fmla="*/ 0 w 3061489"/>
                <a:gd name="connsiteY0" fmla="*/ 370030 h 2220137"/>
                <a:gd name="connsiteX1" fmla="*/ 370030 w 3061489"/>
                <a:gd name="connsiteY1" fmla="*/ 0 h 2220137"/>
                <a:gd name="connsiteX2" fmla="*/ 2691459 w 3061489"/>
                <a:gd name="connsiteY2" fmla="*/ 0 h 2220137"/>
                <a:gd name="connsiteX3" fmla="*/ 3061489 w 3061489"/>
                <a:gd name="connsiteY3" fmla="*/ 370030 h 2220137"/>
                <a:gd name="connsiteX4" fmla="*/ 3061489 w 3061489"/>
                <a:gd name="connsiteY4" fmla="*/ 1850107 h 2220137"/>
                <a:gd name="connsiteX5" fmla="*/ 2691459 w 3061489"/>
                <a:gd name="connsiteY5" fmla="*/ 2220137 h 2220137"/>
                <a:gd name="connsiteX6" fmla="*/ 370030 w 3061489"/>
                <a:gd name="connsiteY6" fmla="*/ 2220137 h 2220137"/>
                <a:gd name="connsiteX7" fmla="*/ 0 w 3061489"/>
                <a:gd name="connsiteY7" fmla="*/ 1850107 h 2220137"/>
                <a:gd name="connsiteX8" fmla="*/ 0 w 3061489"/>
                <a:gd name="connsiteY8" fmla="*/ 370030 h 2220137"/>
                <a:gd name="connsiteX0" fmla="*/ 0 w 3061489"/>
                <a:gd name="connsiteY0" fmla="*/ 2503630 h 4353737"/>
                <a:gd name="connsiteX1" fmla="*/ 370030 w 3061489"/>
                <a:gd name="connsiteY1" fmla="*/ 2133600 h 4353737"/>
                <a:gd name="connsiteX2" fmla="*/ 2836239 w 3061489"/>
                <a:gd name="connsiteY2" fmla="*/ 0 h 4353737"/>
                <a:gd name="connsiteX3" fmla="*/ 3061489 w 3061489"/>
                <a:gd name="connsiteY3" fmla="*/ 2503630 h 4353737"/>
                <a:gd name="connsiteX4" fmla="*/ 3061489 w 3061489"/>
                <a:gd name="connsiteY4" fmla="*/ 3983707 h 4353737"/>
                <a:gd name="connsiteX5" fmla="*/ 2691459 w 3061489"/>
                <a:gd name="connsiteY5" fmla="*/ 4353737 h 4353737"/>
                <a:gd name="connsiteX6" fmla="*/ 370030 w 3061489"/>
                <a:gd name="connsiteY6" fmla="*/ 4353737 h 4353737"/>
                <a:gd name="connsiteX7" fmla="*/ 0 w 3061489"/>
                <a:gd name="connsiteY7" fmla="*/ 3983707 h 4353737"/>
                <a:gd name="connsiteX8" fmla="*/ 0 w 3061489"/>
                <a:gd name="connsiteY8" fmla="*/ 2503630 h 4353737"/>
                <a:gd name="connsiteX0" fmla="*/ 0 w 3084349"/>
                <a:gd name="connsiteY0" fmla="*/ 2503630 h 4353737"/>
                <a:gd name="connsiteX1" fmla="*/ 370030 w 3084349"/>
                <a:gd name="connsiteY1" fmla="*/ 2133600 h 4353737"/>
                <a:gd name="connsiteX2" fmla="*/ 2836239 w 3084349"/>
                <a:gd name="connsiteY2" fmla="*/ 0 h 4353737"/>
                <a:gd name="connsiteX3" fmla="*/ 3084349 w 3084349"/>
                <a:gd name="connsiteY3" fmla="*/ 423370 h 4353737"/>
                <a:gd name="connsiteX4" fmla="*/ 3061489 w 3084349"/>
                <a:gd name="connsiteY4" fmla="*/ 3983707 h 4353737"/>
                <a:gd name="connsiteX5" fmla="*/ 2691459 w 3084349"/>
                <a:gd name="connsiteY5" fmla="*/ 4353737 h 4353737"/>
                <a:gd name="connsiteX6" fmla="*/ 370030 w 3084349"/>
                <a:gd name="connsiteY6" fmla="*/ 4353737 h 4353737"/>
                <a:gd name="connsiteX7" fmla="*/ 0 w 3084349"/>
                <a:gd name="connsiteY7" fmla="*/ 3983707 h 4353737"/>
                <a:gd name="connsiteX8" fmla="*/ 0 w 3084349"/>
                <a:gd name="connsiteY8" fmla="*/ 2503630 h 4353737"/>
                <a:gd name="connsiteX0" fmla="*/ 0 w 3084349"/>
                <a:gd name="connsiteY0" fmla="*/ 2503630 h 4353737"/>
                <a:gd name="connsiteX1" fmla="*/ 370030 w 3084349"/>
                <a:gd name="connsiteY1" fmla="*/ 2133600 h 4353737"/>
                <a:gd name="connsiteX2" fmla="*/ 2836239 w 3084349"/>
                <a:gd name="connsiteY2" fmla="*/ 0 h 4353737"/>
                <a:gd name="connsiteX3" fmla="*/ 3084349 w 3084349"/>
                <a:gd name="connsiteY3" fmla="*/ 423370 h 4353737"/>
                <a:gd name="connsiteX4" fmla="*/ 3061489 w 3084349"/>
                <a:gd name="connsiteY4" fmla="*/ 3983707 h 4353737"/>
                <a:gd name="connsiteX5" fmla="*/ 2691459 w 3084349"/>
                <a:gd name="connsiteY5" fmla="*/ 4353737 h 4353737"/>
                <a:gd name="connsiteX6" fmla="*/ 370030 w 3084349"/>
                <a:gd name="connsiteY6" fmla="*/ 4353737 h 4353737"/>
                <a:gd name="connsiteX7" fmla="*/ 0 w 3084349"/>
                <a:gd name="connsiteY7" fmla="*/ 3983707 h 4353737"/>
                <a:gd name="connsiteX8" fmla="*/ 0 w 3084349"/>
                <a:gd name="connsiteY8" fmla="*/ 2503630 h 4353737"/>
                <a:gd name="connsiteX0" fmla="*/ 0 w 3084349"/>
                <a:gd name="connsiteY0" fmla="*/ 2461720 h 4311827"/>
                <a:gd name="connsiteX1" fmla="*/ 370030 w 3084349"/>
                <a:gd name="connsiteY1" fmla="*/ 2091690 h 4311827"/>
                <a:gd name="connsiteX2" fmla="*/ 2775733 w 3084349"/>
                <a:gd name="connsiteY2" fmla="*/ 0 h 4311827"/>
                <a:gd name="connsiteX3" fmla="*/ 3084349 w 3084349"/>
                <a:gd name="connsiteY3" fmla="*/ 381460 h 4311827"/>
                <a:gd name="connsiteX4" fmla="*/ 3061489 w 3084349"/>
                <a:gd name="connsiteY4" fmla="*/ 3941797 h 4311827"/>
                <a:gd name="connsiteX5" fmla="*/ 2691459 w 3084349"/>
                <a:gd name="connsiteY5" fmla="*/ 4311827 h 4311827"/>
                <a:gd name="connsiteX6" fmla="*/ 370030 w 3084349"/>
                <a:gd name="connsiteY6" fmla="*/ 4311827 h 4311827"/>
                <a:gd name="connsiteX7" fmla="*/ 0 w 3084349"/>
                <a:gd name="connsiteY7" fmla="*/ 3941797 h 4311827"/>
                <a:gd name="connsiteX8" fmla="*/ 0 w 3084349"/>
                <a:gd name="connsiteY8" fmla="*/ 2461720 h 4311827"/>
                <a:gd name="connsiteX0" fmla="*/ 0 w 3084349"/>
                <a:gd name="connsiteY0" fmla="*/ 2488738 h 4338845"/>
                <a:gd name="connsiteX1" fmla="*/ 370030 w 3084349"/>
                <a:gd name="connsiteY1" fmla="*/ 2118708 h 4338845"/>
                <a:gd name="connsiteX2" fmla="*/ 2775733 w 3084349"/>
                <a:gd name="connsiteY2" fmla="*/ 27018 h 4338845"/>
                <a:gd name="connsiteX3" fmla="*/ 3084349 w 3084349"/>
                <a:gd name="connsiteY3" fmla="*/ 408478 h 4338845"/>
                <a:gd name="connsiteX4" fmla="*/ 3061489 w 3084349"/>
                <a:gd name="connsiteY4" fmla="*/ 3968815 h 4338845"/>
                <a:gd name="connsiteX5" fmla="*/ 2691459 w 3084349"/>
                <a:gd name="connsiteY5" fmla="*/ 4338845 h 4338845"/>
                <a:gd name="connsiteX6" fmla="*/ 370030 w 3084349"/>
                <a:gd name="connsiteY6" fmla="*/ 4338845 h 4338845"/>
                <a:gd name="connsiteX7" fmla="*/ 0 w 3084349"/>
                <a:gd name="connsiteY7" fmla="*/ 3968815 h 4338845"/>
                <a:gd name="connsiteX8" fmla="*/ 0 w 3084349"/>
                <a:gd name="connsiteY8" fmla="*/ 2488738 h 4338845"/>
                <a:gd name="connsiteX0" fmla="*/ 0 w 3084349"/>
                <a:gd name="connsiteY0" fmla="*/ 2512536 h 4362643"/>
                <a:gd name="connsiteX1" fmla="*/ 370030 w 3084349"/>
                <a:gd name="connsiteY1" fmla="*/ 2142506 h 4362643"/>
                <a:gd name="connsiteX2" fmla="*/ 2775733 w 3084349"/>
                <a:gd name="connsiteY2" fmla="*/ 50816 h 4362643"/>
                <a:gd name="connsiteX3" fmla="*/ 3084349 w 3084349"/>
                <a:gd name="connsiteY3" fmla="*/ 432276 h 4362643"/>
                <a:gd name="connsiteX4" fmla="*/ 3061489 w 3084349"/>
                <a:gd name="connsiteY4" fmla="*/ 3992613 h 4362643"/>
                <a:gd name="connsiteX5" fmla="*/ 2691459 w 3084349"/>
                <a:gd name="connsiteY5" fmla="*/ 4362643 h 4362643"/>
                <a:gd name="connsiteX6" fmla="*/ 370030 w 3084349"/>
                <a:gd name="connsiteY6" fmla="*/ 4362643 h 4362643"/>
                <a:gd name="connsiteX7" fmla="*/ 0 w 3084349"/>
                <a:gd name="connsiteY7" fmla="*/ 3992613 h 4362643"/>
                <a:gd name="connsiteX8" fmla="*/ 0 w 3084349"/>
                <a:gd name="connsiteY8" fmla="*/ 2512536 h 4362643"/>
                <a:gd name="connsiteX0" fmla="*/ 0 w 3084349"/>
                <a:gd name="connsiteY0" fmla="*/ 2512536 h 4362643"/>
                <a:gd name="connsiteX1" fmla="*/ 242648 w 3084349"/>
                <a:gd name="connsiteY1" fmla="*/ 2197742 h 4362643"/>
                <a:gd name="connsiteX2" fmla="*/ 2775733 w 3084349"/>
                <a:gd name="connsiteY2" fmla="*/ 50816 h 4362643"/>
                <a:gd name="connsiteX3" fmla="*/ 3084349 w 3084349"/>
                <a:gd name="connsiteY3" fmla="*/ 432276 h 4362643"/>
                <a:gd name="connsiteX4" fmla="*/ 3061489 w 3084349"/>
                <a:gd name="connsiteY4" fmla="*/ 3992613 h 4362643"/>
                <a:gd name="connsiteX5" fmla="*/ 2691459 w 3084349"/>
                <a:gd name="connsiteY5" fmla="*/ 4362643 h 4362643"/>
                <a:gd name="connsiteX6" fmla="*/ 370030 w 3084349"/>
                <a:gd name="connsiteY6" fmla="*/ 4362643 h 4362643"/>
                <a:gd name="connsiteX7" fmla="*/ 0 w 3084349"/>
                <a:gd name="connsiteY7" fmla="*/ 3992613 h 4362643"/>
                <a:gd name="connsiteX8" fmla="*/ 0 w 3084349"/>
                <a:gd name="connsiteY8" fmla="*/ 2512536 h 4362643"/>
                <a:gd name="connsiteX0" fmla="*/ 0 w 3084349"/>
                <a:gd name="connsiteY0" fmla="*/ 2512536 h 4362643"/>
                <a:gd name="connsiteX1" fmla="*/ 242648 w 3084349"/>
                <a:gd name="connsiteY1" fmla="*/ 2197742 h 4362643"/>
                <a:gd name="connsiteX2" fmla="*/ 2775733 w 3084349"/>
                <a:gd name="connsiteY2" fmla="*/ 50816 h 4362643"/>
                <a:gd name="connsiteX3" fmla="*/ 3084349 w 3084349"/>
                <a:gd name="connsiteY3" fmla="*/ 432276 h 4362643"/>
                <a:gd name="connsiteX4" fmla="*/ 3061489 w 3084349"/>
                <a:gd name="connsiteY4" fmla="*/ 3992613 h 4362643"/>
                <a:gd name="connsiteX5" fmla="*/ 2691459 w 3084349"/>
                <a:gd name="connsiteY5" fmla="*/ 4362643 h 4362643"/>
                <a:gd name="connsiteX6" fmla="*/ 370030 w 3084349"/>
                <a:gd name="connsiteY6" fmla="*/ 4362643 h 4362643"/>
                <a:gd name="connsiteX7" fmla="*/ 0 w 3084349"/>
                <a:gd name="connsiteY7" fmla="*/ 3992613 h 4362643"/>
                <a:gd name="connsiteX8" fmla="*/ 0 w 3084349"/>
                <a:gd name="connsiteY8" fmla="*/ 2512536 h 4362643"/>
                <a:gd name="connsiteX0" fmla="*/ 0 w 3084349"/>
                <a:gd name="connsiteY0" fmla="*/ 2545678 h 4362643"/>
                <a:gd name="connsiteX1" fmla="*/ 242648 w 3084349"/>
                <a:gd name="connsiteY1" fmla="*/ 2197742 h 4362643"/>
                <a:gd name="connsiteX2" fmla="*/ 2775733 w 3084349"/>
                <a:gd name="connsiteY2" fmla="*/ 50816 h 4362643"/>
                <a:gd name="connsiteX3" fmla="*/ 3084349 w 3084349"/>
                <a:gd name="connsiteY3" fmla="*/ 432276 h 4362643"/>
                <a:gd name="connsiteX4" fmla="*/ 3061489 w 3084349"/>
                <a:gd name="connsiteY4" fmla="*/ 3992613 h 4362643"/>
                <a:gd name="connsiteX5" fmla="*/ 2691459 w 3084349"/>
                <a:gd name="connsiteY5" fmla="*/ 4362643 h 4362643"/>
                <a:gd name="connsiteX6" fmla="*/ 370030 w 3084349"/>
                <a:gd name="connsiteY6" fmla="*/ 4362643 h 4362643"/>
                <a:gd name="connsiteX7" fmla="*/ 0 w 3084349"/>
                <a:gd name="connsiteY7" fmla="*/ 3992613 h 4362643"/>
                <a:gd name="connsiteX8" fmla="*/ 0 w 3084349"/>
                <a:gd name="connsiteY8" fmla="*/ 2545678 h 4362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84349" h="4362643">
                  <a:moveTo>
                    <a:pt x="0" y="2545678"/>
                  </a:moveTo>
                  <a:cubicBezTo>
                    <a:pt x="0" y="2341316"/>
                    <a:pt x="124269" y="2297166"/>
                    <a:pt x="242648" y="2197742"/>
                  </a:cubicBezTo>
                  <a:lnTo>
                    <a:pt x="2775733" y="50816"/>
                  </a:lnTo>
                  <a:cubicBezTo>
                    <a:pt x="2973726" y="-133577"/>
                    <a:pt x="3084349" y="227914"/>
                    <a:pt x="3084349" y="432276"/>
                  </a:cubicBezTo>
                  <a:lnTo>
                    <a:pt x="3061489" y="3992613"/>
                  </a:lnTo>
                  <a:cubicBezTo>
                    <a:pt x="3061489" y="4196975"/>
                    <a:pt x="2895821" y="4362643"/>
                    <a:pt x="2691459" y="4362643"/>
                  </a:cubicBezTo>
                  <a:lnTo>
                    <a:pt x="370030" y="4362643"/>
                  </a:lnTo>
                  <a:cubicBezTo>
                    <a:pt x="165668" y="4362643"/>
                    <a:pt x="0" y="4196975"/>
                    <a:pt x="0" y="3992613"/>
                  </a:cubicBezTo>
                  <a:lnTo>
                    <a:pt x="0" y="2545678"/>
                  </a:lnTo>
                  <a:close/>
                </a:path>
              </a:pathLst>
            </a:custGeom>
            <a:solidFill>
              <a:srgbClr val="84E291">
                <a:alpha val="25098"/>
              </a:srgb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area 2">
              <a:extLst>
                <a:ext uri="{FF2B5EF4-FFF2-40B4-BE49-F238E27FC236}">
                  <a16:creationId xmlns:a16="http://schemas.microsoft.com/office/drawing/2014/main" id="{93585DC7-6A9F-F3D2-7F5A-E667421C0C6C}"/>
                </a:ext>
              </a:extLst>
            </p:cNvPr>
            <p:cNvSpPr/>
            <p:nvPr/>
          </p:nvSpPr>
          <p:spPr>
            <a:xfrm>
              <a:off x="3980112" y="3979309"/>
              <a:ext cx="2726586" cy="1960680"/>
            </a:xfrm>
            <a:prstGeom prst="roundRect">
              <a:avLst/>
            </a:prstGeom>
            <a:solidFill>
              <a:srgbClr val="84E291">
                <a:alpha val="25098"/>
              </a:srgb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area 1">
              <a:extLst>
                <a:ext uri="{FF2B5EF4-FFF2-40B4-BE49-F238E27FC236}">
                  <a16:creationId xmlns:a16="http://schemas.microsoft.com/office/drawing/2014/main" id="{EDA76974-6B2A-96CA-9C03-5EDA2B47FE9D}"/>
                </a:ext>
              </a:extLst>
            </p:cNvPr>
            <p:cNvSpPr/>
            <p:nvPr/>
          </p:nvSpPr>
          <p:spPr>
            <a:xfrm>
              <a:off x="231048" y="3962481"/>
              <a:ext cx="3404560" cy="1975901"/>
            </a:xfrm>
            <a:prstGeom prst="roundRect">
              <a:avLst/>
            </a:prstGeom>
            <a:solidFill>
              <a:srgbClr val="84E291">
                <a:alpha val="25098"/>
              </a:srgb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711F7B72-5C18-E281-547B-C20254795908}"/>
                </a:ext>
              </a:extLst>
            </p:cNvPr>
            <p:cNvSpPr txBox="1"/>
            <p:nvPr/>
          </p:nvSpPr>
          <p:spPr>
            <a:xfrm>
              <a:off x="376344" y="3917030"/>
              <a:ext cx="706814" cy="8981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 anchorCtr="0">
              <a:noAutofit/>
            </a:bodyPr>
            <a:lstStyle/>
            <a:p>
              <a:r>
                <a:rPr lang="en-US" sz="4800" b="1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1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23844425-9A4D-8124-F618-E18C5BEEBA19}"/>
                </a:ext>
              </a:extLst>
            </p:cNvPr>
            <p:cNvSpPr txBox="1"/>
            <p:nvPr/>
          </p:nvSpPr>
          <p:spPr>
            <a:xfrm>
              <a:off x="4013406" y="3921867"/>
              <a:ext cx="706814" cy="8981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 anchorCtr="0">
              <a:noAutofit/>
            </a:bodyPr>
            <a:lstStyle/>
            <a:p>
              <a:r>
                <a:rPr lang="en-US" sz="4800" b="1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2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059DEAA0-08AB-3CFA-2CC7-3863EBBE2631}"/>
                </a:ext>
              </a:extLst>
            </p:cNvPr>
            <p:cNvSpPr txBox="1"/>
            <p:nvPr/>
          </p:nvSpPr>
          <p:spPr>
            <a:xfrm>
              <a:off x="9474018" y="3030098"/>
              <a:ext cx="706814" cy="8981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 anchorCtr="0">
              <a:noAutofit/>
            </a:bodyPr>
            <a:lstStyle/>
            <a:p>
              <a:r>
                <a:rPr lang="en-US" sz="4800" b="1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3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747B4D61-BBCB-67E7-2536-44F3DE62F630}"/>
                </a:ext>
              </a:extLst>
            </p:cNvPr>
            <p:cNvSpPr txBox="1"/>
            <p:nvPr/>
          </p:nvSpPr>
          <p:spPr>
            <a:xfrm>
              <a:off x="148335" y="853770"/>
              <a:ext cx="706814" cy="8981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 anchorCtr="0">
              <a:noAutofit/>
            </a:bodyPr>
            <a:lstStyle/>
            <a:p>
              <a:r>
                <a:rPr lang="en-US" sz="4800" b="1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4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C0B998C3-203D-F476-B0C1-15CD059C1CBB}"/>
                </a:ext>
              </a:extLst>
            </p:cNvPr>
            <p:cNvSpPr txBox="1"/>
            <p:nvPr/>
          </p:nvSpPr>
          <p:spPr>
            <a:xfrm>
              <a:off x="5550934" y="1824770"/>
              <a:ext cx="706814" cy="8981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 anchorCtr="0">
              <a:noAutofit/>
            </a:bodyPr>
            <a:lstStyle/>
            <a:p>
              <a:r>
                <a:rPr lang="en-US" sz="4800" b="1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5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AE9AA061-C1DE-9E39-0A61-5B32E4B5D9E5}"/>
                </a:ext>
              </a:extLst>
            </p:cNvPr>
            <p:cNvSpPr txBox="1"/>
            <p:nvPr/>
          </p:nvSpPr>
          <p:spPr>
            <a:xfrm>
              <a:off x="8710169" y="-127371"/>
              <a:ext cx="706814" cy="8981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 anchorCtr="0">
              <a:noAutofit/>
            </a:bodyPr>
            <a:lstStyle/>
            <a:p>
              <a:r>
                <a:rPr lang="en-US" sz="4800" b="1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6</a:t>
              </a:r>
            </a:p>
          </p:txBody>
        </p:sp>
      </p:grpSp>
      <p:grpSp>
        <p:nvGrpSpPr>
          <p:cNvPr id="39" name="annotations">
            <a:extLst>
              <a:ext uri="{FF2B5EF4-FFF2-40B4-BE49-F238E27FC236}">
                <a16:creationId xmlns:a16="http://schemas.microsoft.com/office/drawing/2014/main" id="{39EE4509-38C4-0F2C-FA37-80011427734D}"/>
              </a:ext>
            </a:extLst>
          </p:cNvPr>
          <p:cNvGrpSpPr/>
          <p:nvPr/>
        </p:nvGrpSpPr>
        <p:grpSpPr>
          <a:xfrm>
            <a:off x="1409072" y="466301"/>
            <a:ext cx="10217049" cy="6493587"/>
            <a:chOff x="1409072" y="466301"/>
            <a:chExt cx="10217049" cy="6493587"/>
          </a:xfrm>
        </p:grpSpPr>
        <p:sp>
          <p:nvSpPr>
            <p:cNvPr id="33" name="Right Brace 32">
              <a:extLst>
                <a:ext uri="{FF2B5EF4-FFF2-40B4-BE49-F238E27FC236}">
                  <a16:creationId xmlns:a16="http://schemas.microsoft.com/office/drawing/2014/main" id="{E8D26DCB-BC1F-3733-6F42-5E1E8E715C9C}"/>
                </a:ext>
              </a:extLst>
            </p:cNvPr>
            <p:cNvSpPr/>
            <p:nvPr/>
          </p:nvSpPr>
          <p:spPr>
            <a:xfrm rot="16200000">
              <a:off x="6414185" y="-619448"/>
              <a:ext cx="389338" cy="4421517"/>
            </a:xfrm>
            <a:prstGeom prst="rightBrace">
              <a:avLst>
                <a:gd name="adj1" fmla="val 47236"/>
                <a:gd name="adj2" fmla="val 50000"/>
              </a:avLst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ight Brace 33">
              <a:extLst>
                <a:ext uri="{FF2B5EF4-FFF2-40B4-BE49-F238E27FC236}">
                  <a16:creationId xmlns:a16="http://schemas.microsoft.com/office/drawing/2014/main" id="{8D6F1F84-18E3-DE72-2C48-CEA004B07817}"/>
                </a:ext>
              </a:extLst>
            </p:cNvPr>
            <p:cNvSpPr/>
            <p:nvPr/>
          </p:nvSpPr>
          <p:spPr>
            <a:xfrm rot="5400000" flipV="1">
              <a:off x="5594688" y="2586466"/>
              <a:ext cx="357417" cy="7437444"/>
            </a:xfrm>
            <a:prstGeom prst="rightBrace">
              <a:avLst>
                <a:gd name="adj1" fmla="val 47236"/>
                <a:gd name="adj2" fmla="val 50000"/>
              </a:avLst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2430FF8-45EB-37CF-5BE1-A5CA5C960E8B}"/>
                </a:ext>
              </a:extLst>
            </p:cNvPr>
            <p:cNvSpPr txBox="1"/>
            <p:nvPr/>
          </p:nvSpPr>
          <p:spPr>
            <a:xfrm>
              <a:off x="5154655" y="597800"/>
              <a:ext cx="2706745" cy="9578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sz="2200" dirty="0"/>
                <a:t>Three-way switches controlling that light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9068038-A0F8-5A6E-42C5-2EF256CF6896}"/>
                </a:ext>
              </a:extLst>
            </p:cNvPr>
            <p:cNvCxnSpPr>
              <a:cxnSpLocks/>
              <a:stCxn id="35" idx="3"/>
            </p:cNvCxnSpPr>
            <p:nvPr/>
          </p:nvCxnSpPr>
          <p:spPr>
            <a:xfrm flipV="1">
              <a:off x="7861400" y="907968"/>
              <a:ext cx="2703429" cy="16874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BBAA684-682F-A16D-3D49-74C2CEBD84B3}"/>
                </a:ext>
              </a:extLst>
            </p:cNvPr>
            <p:cNvSpPr txBox="1"/>
            <p:nvPr/>
          </p:nvSpPr>
          <p:spPr>
            <a:xfrm>
              <a:off x="2258050" y="466301"/>
              <a:ext cx="1991700" cy="9000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r>
                <a:rPr lang="en-US" sz="2000" dirty="0"/>
                <a:t>This light from that switch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F3E601B9-CFFB-5707-2A11-0B26167ED9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09072" y="813423"/>
              <a:ext cx="814910" cy="10289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4D3079E9-42FE-F689-5393-754358044A7F}"/>
                </a:ext>
              </a:extLst>
            </p:cNvPr>
            <p:cNvCxnSpPr>
              <a:cxnSpLocks/>
            </p:cNvCxnSpPr>
            <p:nvPr/>
          </p:nvCxnSpPr>
          <p:spPr>
            <a:xfrm>
              <a:off x="2541647" y="1235343"/>
              <a:ext cx="37065" cy="76251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B375FF6-AB9E-3CE0-E32E-3ADB608953C9}"/>
                </a:ext>
              </a:extLst>
            </p:cNvPr>
            <p:cNvSpPr txBox="1"/>
            <p:nvPr/>
          </p:nvSpPr>
          <p:spPr>
            <a:xfrm>
              <a:off x="6458882" y="3988991"/>
              <a:ext cx="1670451" cy="11923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 algn="r"/>
              <a:r>
                <a:rPr lang="en-US" sz="2000" dirty="0"/>
                <a:t>Switched</a:t>
              </a:r>
            </a:p>
            <a:p>
              <a:pPr algn="r">
                <a:lnSpc>
                  <a:spcPct val="150000"/>
                </a:lnSpc>
              </a:pPr>
              <a:r>
                <a:rPr lang="en-US" sz="2000" dirty="0"/>
                <a:t>Unswitched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E901BA6-5A7D-6A86-1180-00C3E6BA71AE}"/>
                </a:ext>
              </a:extLst>
            </p:cNvPr>
            <p:cNvSpPr txBox="1"/>
            <p:nvPr/>
          </p:nvSpPr>
          <p:spPr>
            <a:xfrm>
              <a:off x="3092792" y="6426703"/>
              <a:ext cx="7088040" cy="5331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sz="2200" dirty="0"/>
                <a:t>GFCI on left protects light #6 and all three receptacles</a:t>
              </a: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3EAA21EE-16B2-61E8-1177-FF7265773213}"/>
                </a:ext>
              </a:extLst>
            </p:cNvPr>
            <p:cNvCxnSpPr>
              <a:cxnSpLocks/>
            </p:cNvCxnSpPr>
            <p:nvPr/>
          </p:nvCxnSpPr>
          <p:spPr>
            <a:xfrm>
              <a:off x="8099300" y="4326447"/>
              <a:ext cx="502926" cy="17459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B6C48347-3538-6CDA-C5A4-6C05484FC5B5}"/>
                </a:ext>
              </a:extLst>
            </p:cNvPr>
            <p:cNvCxnSpPr>
              <a:cxnSpLocks/>
            </p:cNvCxnSpPr>
            <p:nvPr/>
          </p:nvCxnSpPr>
          <p:spPr>
            <a:xfrm>
              <a:off x="8099300" y="4863091"/>
              <a:ext cx="502926" cy="17459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03F8893-6C0C-835C-C33D-B0395BAC0A78}"/>
                </a:ext>
              </a:extLst>
            </p:cNvPr>
            <p:cNvSpPr txBox="1"/>
            <p:nvPr/>
          </p:nvSpPr>
          <p:spPr>
            <a:xfrm>
              <a:off x="9788406" y="4631012"/>
              <a:ext cx="1837715" cy="11923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r>
                <a:rPr lang="en-US" sz="2000" dirty="0"/>
                <a:t>top outlet switched here</a:t>
              </a: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163B2C5C-8C89-14BE-9B8E-089883F3DAF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2246" y="4543951"/>
              <a:ext cx="641172" cy="45439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189081B9-2A75-5571-A18A-A11B2FDCBD06}"/>
                </a:ext>
              </a:extLst>
            </p:cNvPr>
            <p:cNvCxnSpPr>
              <a:cxnSpLocks/>
              <a:endCxn id="11" idx="2"/>
            </p:cNvCxnSpPr>
            <p:nvPr/>
          </p:nvCxnSpPr>
          <p:spPr>
            <a:xfrm flipV="1">
              <a:off x="11180727" y="4056755"/>
              <a:ext cx="30654" cy="108420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3BDD8D4-7913-8C5D-1CBB-803BBD58AEE4}"/>
                </a:ext>
              </a:extLst>
            </p:cNvPr>
            <p:cNvSpPr txBox="1"/>
            <p:nvPr/>
          </p:nvSpPr>
          <p:spPr>
            <a:xfrm>
              <a:off x="2381963" y="5465756"/>
              <a:ext cx="794386" cy="5331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sz="2000" dirty="0"/>
                <a:t>GFCI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6FE3436-0F92-D641-827C-579630E1779E}"/>
                </a:ext>
              </a:extLst>
            </p:cNvPr>
            <p:cNvSpPr txBox="1"/>
            <p:nvPr/>
          </p:nvSpPr>
          <p:spPr>
            <a:xfrm>
              <a:off x="1905023" y="3056894"/>
              <a:ext cx="1412520" cy="9870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sz="2200" b="1" dirty="0"/>
                <a:t>NOT</a:t>
              </a:r>
              <a:r>
                <a:rPr lang="en-US" sz="2200" dirty="0"/>
                <a:t> protected</a:t>
              </a:r>
            </a:p>
            <a:p>
              <a:pPr>
                <a:lnSpc>
                  <a:spcPct val="80000"/>
                </a:lnSpc>
              </a:pPr>
              <a:r>
                <a:rPr lang="en-US" sz="2200" dirty="0"/>
                <a:t>by GFCI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970F9E9-1782-7FFD-DF74-0BD304FF8CF4}"/>
              </a:ext>
            </a:extLst>
          </p:cNvPr>
          <p:cNvSpPr txBox="1"/>
          <p:nvPr/>
        </p:nvSpPr>
        <p:spPr>
          <a:xfrm>
            <a:off x="3558029" y="4577950"/>
            <a:ext cx="1412520" cy="72712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>
              <a:lnSpc>
                <a:spcPct val="80000"/>
              </a:lnSpc>
            </a:pPr>
            <a:r>
              <a:rPr lang="en-US" sz="2200" dirty="0"/>
              <a:t>protected</a:t>
            </a:r>
          </a:p>
          <a:p>
            <a:pPr>
              <a:lnSpc>
                <a:spcPct val="80000"/>
              </a:lnSpc>
            </a:pPr>
            <a:r>
              <a:rPr lang="en-US" sz="2200" dirty="0"/>
              <a:t>by GFCI</a:t>
            </a:r>
          </a:p>
        </p:txBody>
      </p:sp>
    </p:spTree>
    <p:extLst>
      <p:ext uri="{BB962C8B-B14F-4D97-AF65-F5344CB8AC3E}">
        <p14:creationId xmlns:p14="http://schemas.microsoft.com/office/powerpoint/2010/main" val="2491509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</Words>
  <Application>Microsoft Office PowerPoint</Application>
  <PresentationFormat>Widescreen</PresentationFormat>
  <Paragraphs>90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Richmond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Trawick, Matt</dc:creator>
  <cp:lastModifiedBy>Trawick, Matt</cp:lastModifiedBy>
  <cp:revision>1</cp:revision>
  <dcterms:created xsi:type="dcterms:W3CDTF">2026-10-21T10:14:28Z</dcterms:created>
  <dcterms:modified xsi:type="dcterms:W3CDTF">2026-10-21T10:16:39Z</dcterms:modified>
</cp:coreProperties>
</file>