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7" r:id="rId2"/>
  </p:sldIdLst>
  <p:sldSz cx="9144000" cy="6858000" type="letter"/>
  <p:notesSz cx="7010400" cy="92964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80FF"/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572E7ED-1F89-4419-B425-9F265EA3A203}" v="8" dt="2026-01-08T17:09:03.08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997" autoAdjust="0"/>
    <p:restoredTop sz="94660"/>
  </p:normalViewPr>
  <p:slideViewPr>
    <p:cSldViewPr snapToGrid="0">
      <p:cViewPr varScale="1">
        <p:scale>
          <a:sx n="97" d="100"/>
          <a:sy n="97" d="100"/>
        </p:scale>
        <p:origin x="322" y="4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microsoft.com/office/2015/10/relationships/revisionInfo" Target="revisionInfo.xml"/><Relationship Id="rId3" Type="http://schemas.openxmlformats.org/officeDocument/2006/relationships/presProps" Target="presProps.xml"/><Relationship Id="rId7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att Trawick" userId="234798454_tp_box_2" providerId="OAuth2" clId="{61C237AC-DF79-42D5-9555-ADFB5012D674}"/>
    <pc:docChg chg="modSld">
      <pc:chgData name="Matt Trawick" userId="234798454_tp_box_2" providerId="OAuth2" clId="{61C237AC-DF79-42D5-9555-ADFB5012D674}" dt="2026-01-08T17:09:34.152" v="154" actId="1038"/>
      <pc:docMkLst>
        <pc:docMk/>
      </pc:docMkLst>
      <pc:sldChg chg="addSp modSp mod">
        <pc:chgData name="Matt Trawick" userId="234798454_tp_box_2" providerId="OAuth2" clId="{61C237AC-DF79-42D5-9555-ADFB5012D674}" dt="2026-01-08T17:09:34.152" v="154" actId="1038"/>
        <pc:sldMkLst>
          <pc:docMk/>
          <pc:sldMk cId="1928537193" sldId="257"/>
        </pc:sldMkLst>
        <pc:grpChg chg="add mod">
          <ac:chgData name="Matt Trawick" userId="234798454_tp_box_2" providerId="OAuth2" clId="{61C237AC-DF79-42D5-9555-ADFB5012D674}" dt="2026-01-08T17:09:34.152" v="154" actId="1038"/>
          <ac:grpSpMkLst>
            <pc:docMk/>
            <pc:sldMk cId="1928537193" sldId="257"/>
            <ac:grpSpMk id="17" creationId="{7DCF16A8-5B95-5D89-E25C-E977AA3CD255}"/>
          </ac:grpSpMkLst>
        </pc:grpChg>
        <pc:grpChg chg="add mod">
          <ac:chgData name="Matt Trawick" userId="234798454_tp_box_2" providerId="OAuth2" clId="{61C237AC-DF79-42D5-9555-ADFB5012D674}" dt="2026-01-08T17:09:23.349" v="84" actId="1038"/>
          <ac:grpSpMkLst>
            <pc:docMk/>
            <pc:sldMk cId="1928537193" sldId="257"/>
            <ac:grpSpMk id="18" creationId="{142395C2-C4A0-73A4-366E-815330C8CE21}"/>
          </ac:grpSpMkLst>
        </pc:grpChg>
        <pc:cxnChg chg="add mod">
          <ac:chgData name="Matt Trawick" userId="234798454_tp_box_2" providerId="OAuth2" clId="{61C237AC-DF79-42D5-9555-ADFB5012D674}" dt="2026-01-08T17:08:57.248" v="65" actId="1582"/>
          <ac:cxnSpMkLst>
            <pc:docMk/>
            <pc:sldMk cId="1928537193" sldId="257"/>
            <ac:cxnSpMk id="6" creationId="{4DDB8570-E6EC-F35A-34C7-A6E0A1FDBFF4}"/>
          </ac:cxnSpMkLst>
        </pc:cxnChg>
        <pc:cxnChg chg="add mod">
          <ac:chgData name="Matt Trawick" userId="234798454_tp_box_2" providerId="OAuth2" clId="{61C237AC-DF79-42D5-9555-ADFB5012D674}" dt="2026-01-08T17:08:57.248" v="65" actId="1582"/>
          <ac:cxnSpMkLst>
            <pc:docMk/>
            <pc:sldMk cId="1928537193" sldId="257"/>
            <ac:cxnSpMk id="7" creationId="{6BCAE12B-C29C-611D-6882-A516FD3F83EB}"/>
          </ac:cxnSpMkLst>
        </pc:cxnChg>
        <pc:cxnChg chg="add mod">
          <ac:chgData name="Matt Trawick" userId="234798454_tp_box_2" providerId="OAuth2" clId="{61C237AC-DF79-42D5-9555-ADFB5012D674}" dt="2026-01-08T17:08:57.248" v="65" actId="1582"/>
          <ac:cxnSpMkLst>
            <pc:docMk/>
            <pc:sldMk cId="1928537193" sldId="257"/>
            <ac:cxnSpMk id="8" creationId="{C62BD20F-2817-7FFF-1FC7-F6E0E9B918E0}"/>
          </ac:cxnSpMkLst>
        </pc:cxnChg>
        <pc:cxnChg chg="add mod">
          <ac:chgData name="Matt Trawick" userId="234798454_tp_box_2" providerId="OAuth2" clId="{61C237AC-DF79-42D5-9555-ADFB5012D674}" dt="2026-01-08T17:08:57.248" v="65" actId="1582"/>
          <ac:cxnSpMkLst>
            <pc:docMk/>
            <pc:sldMk cId="1928537193" sldId="257"/>
            <ac:cxnSpMk id="9" creationId="{64B9536A-AC66-6F85-2600-31173D532E22}"/>
          </ac:cxnSpMkLst>
        </pc:cxnChg>
        <pc:cxnChg chg="add mod">
          <ac:chgData name="Matt Trawick" userId="234798454_tp_box_2" providerId="OAuth2" clId="{61C237AC-DF79-42D5-9555-ADFB5012D674}" dt="2026-01-08T17:08:57.248" v="65" actId="1582"/>
          <ac:cxnSpMkLst>
            <pc:docMk/>
            <pc:sldMk cId="1928537193" sldId="257"/>
            <ac:cxnSpMk id="10" creationId="{6376E6DF-0EC3-ADB4-1ABA-35D29052C283}"/>
          </ac:cxnSpMkLst>
        </pc:cxnChg>
        <pc:cxnChg chg="add mod">
          <ac:chgData name="Matt Trawick" userId="234798454_tp_box_2" providerId="OAuth2" clId="{61C237AC-DF79-42D5-9555-ADFB5012D674}" dt="2026-01-08T17:08:57.248" v="65" actId="1582"/>
          <ac:cxnSpMkLst>
            <pc:docMk/>
            <pc:sldMk cId="1928537193" sldId="257"/>
            <ac:cxnSpMk id="11" creationId="{3A01ABD6-5D9F-4F00-9E3F-DD3137D780CB}"/>
          </ac:cxnSpMkLst>
        </pc:cxnChg>
        <pc:cxnChg chg="add mod">
          <ac:chgData name="Matt Trawick" userId="234798454_tp_box_2" providerId="OAuth2" clId="{61C237AC-DF79-42D5-9555-ADFB5012D674}" dt="2026-01-08T17:08:57.248" v="65" actId="1582"/>
          <ac:cxnSpMkLst>
            <pc:docMk/>
            <pc:sldMk cId="1928537193" sldId="257"/>
            <ac:cxnSpMk id="12" creationId="{4672CDB3-3B6F-A788-6111-F617272C44FD}"/>
          </ac:cxnSpMkLst>
        </pc:cxnChg>
        <pc:cxnChg chg="add mod">
          <ac:chgData name="Matt Trawick" userId="234798454_tp_box_2" providerId="OAuth2" clId="{61C237AC-DF79-42D5-9555-ADFB5012D674}" dt="2026-01-08T17:08:57.248" v="65" actId="1582"/>
          <ac:cxnSpMkLst>
            <pc:docMk/>
            <pc:sldMk cId="1928537193" sldId="257"/>
            <ac:cxnSpMk id="13" creationId="{7BB198D5-2972-D456-C026-1E335D8B8E22}"/>
          </ac:cxnSpMkLst>
        </pc:cxnChg>
        <pc:cxnChg chg="add mod">
          <ac:chgData name="Matt Trawick" userId="234798454_tp_box_2" providerId="OAuth2" clId="{61C237AC-DF79-42D5-9555-ADFB5012D674}" dt="2026-01-08T17:08:57.248" v="65" actId="1582"/>
          <ac:cxnSpMkLst>
            <pc:docMk/>
            <pc:sldMk cId="1928537193" sldId="257"/>
            <ac:cxnSpMk id="14" creationId="{7BC3553A-17B9-B87D-0A5A-FE4205357904}"/>
          </ac:cxnSpMkLst>
        </pc:cxnChg>
        <pc:cxnChg chg="add mod">
          <ac:chgData name="Matt Trawick" userId="234798454_tp_box_2" providerId="OAuth2" clId="{61C237AC-DF79-42D5-9555-ADFB5012D674}" dt="2026-01-08T17:08:25.886" v="62" actId="465"/>
          <ac:cxnSpMkLst>
            <pc:docMk/>
            <pc:sldMk cId="1928537193" sldId="257"/>
            <ac:cxnSpMk id="15" creationId="{6F261DF3-458B-3058-3AD3-924C6A911CD3}"/>
          </ac:cxnSpMkLst>
        </pc:cxnChg>
        <pc:cxnChg chg="add mod">
          <ac:chgData name="Matt Trawick" userId="234798454_tp_box_2" providerId="OAuth2" clId="{61C237AC-DF79-42D5-9555-ADFB5012D674}" dt="2026-01-08T17:08:57.248" v="65" actId="1582"/>
          <ac:cxnSpMkLst>
            <pc:docMk/>
            <pc:sldMk cId="1928537193" sldId="257"/>
            <ac:cxnSpMk id="16" creationId="{B21DA1FB-FCF0-4173-8CA4-BEAC87DA74B9}"/>
          </ac:cxnSpMkLst>
        </pc:cxnChg>
        <pc:cxnChg chg="mod">
          <ac:chgData name="Matt Trawick" userId="234798454_tp_box_2" providerId="OAuth2" clId="{61C237AC-DF79-42D5-9555-ADFB5012D674}" dt="2026-01-08T17:09:03.084" v="66"/>
          <ac:cxnSpMkLst>
            <pc:docMk/>
            <pc:sldMk cId="1928537193" sldId="257"/>
            <ac:cxnSpMk id="19" creationId="{B1B970C0-91BF-645E-45CF-B667B5DA0EA8}"/>
          </ac:cxnSpMkLst>
        </pc:cxnChg>
        <pc:cxnChg chg="mod">
          <ac:chgData name="Matt Trawick" userId="234798454_tp_box_2" providerId="OAuth2" clId="{61C237AC-DF79-42D5-9555-ADFB5012D674}" dt="2026-01-08T17:09:03.084" v="66"/>
          <ac:cxnSpMkLst>
            <pc:docMk/>
            <pc:sldMk cId="1928537193" sldId="257"/>
            <ac:cxnSpMk id="20" creationId="{B9C23C8A-160F-B421-8875-A6DCC181A274}"/>
          </ac:cxnSpMkLst>
        </pc:cxnChg>
        <pc:cxnChg chg="mod">
          <ac:chgData name="Matt Trawick" userId="234798454_tp_box_2" providerId="OAuth2" clId="{61C237AC-DF79-42D5-9555-ADFB5012D674}" dt="2026-01-08T17:09:03.084" v="66"/>
          <ac:cxnSpMkLst>
            <pc:docMk/>
            <pc:sldMk cId="1928537193" sldId="257"/>
            <ac:cxnSpMk id="21" creationId="{6A7D1FA3-0F6B-E873-2E85-0DA1C911F461}"/>
          </ac:cxnSpMkLst>
        </pc:cxnChg>
        <pc:cxnChg chg="mod">
          <ac:chgData name="Matt Trawick" userId="234798454_tp_box_2" providerId="OAuth2" clId="{61C237AC-DF79-42D5-9555-ADFB5012D674}" dt="2026-01-08T17:09:03.084" v="66"/>
          <ac:cxnSpMkLst>
            <pc:docMk/>
            <pc:sldMk cId="1928537193" sldId="257"/>
            <ac:cxnSpMk id="22" creationId="{0F6E10DF-55DE-841E-E564-FC3DA97401E3}"/>
          </ac:cxnSpMkLst>
        </pc:cxnChg>
        <pc:cxnChg chg="mod">
          <ac:chgData name="Matt Trawick" userId="234798454_tp_box_2" providerId="OAuth2" clId="{61C237AC-DF79-42D5-9555-ADFB5012D674}" dt="2026-01-08T17:09:03.084" v="66"/>
          <ac:cxnSpMkLst>
            <pc:docMk/>
            <pc:sldMk cId="1928537193" sldId="257"/>
            <ac:cxnSpMk id="23" creationId="{B427B997-B3C8-7423-D81B-DBB9F814542F}"/>
          </ac:cxnSpMkLst>
        </pc:cxnChg>
        <pc:cxnChg chg="mod">
          <ac:chgData name="Matt Trawick" userId="234798454_tp_box_2" providerId="OAuth2" clId="{61C237AC-DF79-42D5-9555-ADFB5012D674}" dt="2026-01-08T17:09:03.084" v="66"/>
          <ac:cxnSpMkLst>
            <pc:docMk/>
            <pc:sldMk cId="1928537193" sldId="257"/>
            <ac:cxnSpMk id="24" creationId="{0946F470-83E4-E724-7A49-A30ECC70F670}"/>
          </ac:cxnSpMkLst>
        </pc:cxnChg>
        <pc:cxnChg chg="mod">
          <ac:chgData name="Matt Trawick" userId="234798454_tp_box_2" providerId="OAuth2" clId="{61C237AC-DF79-42D5-9555-ADFB5012D674}" dt="2026-01-08T17:09:03.084" v="66"/>
          <ac:cxnSpMkLst>
            <pc:docMk/>
            <pc:sldMk cId="1928537193" sldId="257"/>
            <ac:cxnSpMk id="27" creationId="{05230ED0-2353-E132-275F-86F196419333}"/>
          </ac:cxnSpMkLst>
        </pc:cxnChg>
        <pc:cxnChg chg="mod">
          <ac:chgData name="Matt Trawick" userId="234798454_tp_box_2" providerId="OAuth2" clId="{61C237AC-DF79-42D5-9555-ADFB5012D674}" dt="2026-01-08T17:09:03.084" v="66"/>
          <ac:cxnSpMkLst>
            <pc:docMk/>
            <pc:sldMk cId="1928537193" sldId="257"/>
            <ac:cxnSpMk id="29" creationId="{0E158DEA-02D5-E3FB-B61C-A1CFB734FE30}"/>
          </ac:cxnSpMkLst>
        </pc:cxnChg>
        <pc:cxnChg chg="mod">
          <ac:chgData name="Matt Trawick" userId="234798454_tp_box_2" providerId="OAuth2" clId="{61C237AC-DF79-42D5-9555-ADFB5012D674}" dt="2026-01-08T17:09:03.084" v="66"/>
          <ac:cxnSpMkLst>
            <pc:docMk/>
            <pc:sldMk cId="1928537193" sldId="257"/>
            <ac:cxnSpMk id="30" creationId="{CA42B946-D899-620F-C2EE-C82326AC288B}"/>
          </ac:cxnSpMkLst>
        </pc:cxn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2373BA-6A75-4D69-9F3B-89CF1603A04F}" type="datetimeFigureOut">
              <a:rPr lang="en-US" smtClean="0"/>
              <a:t>8/29/2026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18A8B6-86FA-4FD0-85C2-51134A1F0E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088685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2373BA-6A75-4D69-9F3B-89CF1603A04F}" type="datetimeFigureOut">
              <a:rPr lang="en-US" smtClean="0"/>
              <a:t>8/29/2026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18A8B6-86FA-4FD0-85C2-51134A1F0E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379143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2373BA-6A75-4D69-9F3B-89CF1603A04F}" type="datetimeFigureOut">
              <a:rPr lang="en-US" smtClean="0"/>
              <a:t>8/29/2026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18A8B6-86FA-4FD0-85C2-51134A1F0E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75604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2373BA-6A75-4D69-9F3B-89CF1603A04F}" type="datetimeFigureOut">
              <a:rPr lang="en-US" smtClean="0"/>
              <a:t>8/29/2026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18A8B6-86FA-4FD0-85C2-51134A1F0E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16475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2373BA-6A75-4D69-9F3B-89CF1603A04F}" type="datetimeFigureOut">
              <a:rPr lang="en-US" smtClean="0"/>
              <a:t>8/29/2026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18A8B6-86FA-4FD0-85C2-51134A1F0E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274432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2373BA-6A75-4D69-9F3B-89CF1603A04F}" type="datetimeFigureOut">
              <a:rPr lang="en-US" smtClean="0"/>
              <a:t>8/29/2026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18A8B6-86FA-4FD0-85C2-51134A1F0E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89194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2373BA-6A75-4D69-9F3B-89CF1603A04F}" type="datetimeFigureOut">
              <a:rPr lang="en-US" smtClean="0"/>
              <a:t>8/29/2026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18A8B6-86FA-4FD0-85C2-51134A1F0E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572009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2373BA-6A75-4D69-9F3B-89CF1603A04F}" type="datetimeFigureOut">
              <a:rPr lang="en-US" smtClean="0"/>
              <a:t>8/29/2026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18A8B6-86FA-4FD0-85C2-51134A1F0E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957824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2373BA-6A75-4D69-9F3B-89CF1603A04F}" type="datetimeFigureOut">
              <a:rPr lang="en-US" smtClean="0"/>
              <a:t>8/29/2026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18A8B6-86FA-4FD0-85C2-51134A1F0E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137246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2373BA-6A75-4D69-9F3B-89CF1603A04F}" type="datetimeFigureOut">
              <a:rPr lang="en-US" smtClean="0"/>
              <a:t>8/29/2026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18A8B6-86FA-4FD0-85C2-51134A1F0E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673473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2373BA-6A75-4D69-9F3B-89CF1603A04F}" type="datetimeFigureOut">
              <a:rPr lang="en-US" smtClean="0"/>
              <a:t>8/29/2026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18A8B6-86FA-4FD0-85C2-51134A1F0E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72136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12373BA-6A75-4D69-9F3B-89CF1603A04F}" type="datetimeFigureOut">
              <a:rPr lang="en-US" smtClean="0"/>
              <a:t>8/29/2026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618A8B6-86FA-4FD0-85C2-51134A1F0E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83008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80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7" name="Group 86" hidden="1">
            <a:extLst>
              <a:ext uri="{FF2B5EF4-FFF2-40B4-BE49-F238E27FC236}">
                <a16:creationId xmlns:a16="http://schemas.microsoft.com/office/drawing/2014/main" id="{A23753A3-5CF7-39A4-7946-484D0E3618AF}"/>
              </a:ext>
            </a:extLst>
          </p:cNvPr>
          <p:cNvGrpSpPr/>
          <p:nvPr/>
        </p:nvGrpSpPr>
        <p:grpSpPr>
          <a:xfrm>
            <a:off x="1116794" y="6142309"/>
            <a:ext cx="7131317" cy="533764"/>
            <a:chOff x="1116794" y="507377"/>
            <a:chExt cx="7131317" cy="533764"/>
          </a:xfrm>
        </p:grpSpPr>
        <p:sp>
          <p:nvSpPr>
            <p:cNvPr id="88" name="author">
              <a:extLst>
                <a:ext uri="{FF2B5EF4-FFF2-40B4-BE49-F238E27FC236}">
                  <a16:creationId xmlns:a16="http://schemas.microsoft.com/office/drawing/2014/main" id="{F615EF82-FE42-940D-E666-9C2933911B2C}"/>
                </a:ext>
              </a:extLst>
            </p:cNvPr>
            <p:cNvSpPr txBox="1"/>
            <p:nvPr/>
          </p:nvSpPr>
          <p:spPr>
            <a:xfrm>
              <a:off x="7001358" y="577771"/>
              <a:ext cx="1246753" cy="410654"/>
            </a:xfrm>
            <a:prstGeom prst="rect">
              <a:avLst/>
            </a:prstGeom>
            <a:noFill/>
            <a:ln w="50800" cmpd="thickThin">
              <a:noFill/>
            </a:ln>
          </p:spPr>
          <p:txBody>
            <a:bodyPr wrap="square" lIns="101882" tIns="50941" rIns="101882" bIns="50941" rtlCol="0">
              <a:spAutoFit/>
            </a:bodyPr>
            <a:lstStyle/>
            <a:p>
              <a:r>
                <a:rPr lang="en-US" sz="2000" dirty="0">
                  <a:solidFill>
                    <a:srgbClr val="FFFF00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Trawick</a:t>
              </a:r>
            </a:p>
          </p:txBody>
        </p:sp>
        <p:grpSp>
          <p:nvGrpSpPr>
            <p:cNvPr id="89" name="Group 88">
              <a:extLst>
                <a:ext uri="{FF2B5EF4-FFF2-40B4-BE49-F238E27FC236}">
                  <a16:creationId xmlns:a16="http://schemas.microsoft.com/office/drawing/2014/main" id="{4A61E404-132C-AE3E-DCA6-F46FCC44834D}"/>
                </a:ext>
              </a:extLst>
            </p:cNvPr>
            <p:cNvGrpSpPr/>
            <p:nvPr/>
          </p:nvGrpSpPr>
          <p:grpSpPr>
            <a:xfrm>
              <a:off x="1116794" y="507377"/>
              <a:ext cx="4499177" cy="533764"/>
              <a:chOff x="1116794" y="507377"/>
              <a:chExt cx="4499177" cy="533764"/>
            </a:xfrm>
          </p:grpSpPr>
          <p:sp>
            <p:nvSpPr>
              <p:cNvPr id="90" name="Parallelogram 89">
                <a:extLst>
                  <a:ext uri="{FF2B5EF4-FFF2-40B4-BE49-F238E27FC236}">
                    <a16:creationId xmlns:a16="http://schemas.microsoft.com/office/drawing/2014/main" id="{45D3A6BA-1DAC-7D51-075D-8916E7446434}"/>
                  </a:ext>
                </a:extLst>
              </p:cNvPr>
              <p:cNvSpPr/>
              <p:nvPr/>
            </p:nvSpPr>
            <p:spPr>
              <a:xfrm>
                <a:off x="1170134" y="554498"/>
                <a:ext cx="4356988" cy="457200"/>
              </a:xfrm>
              <a:prstGeom prst="parallelogram">
                <a:avLst>
                  <a:gd name="adj" fmla="val 19588"/>
                </a:avLst>
              </a:prstGeom>
              <a:solidFill>
                <a:srgbClr val="C00000"/>
              </a:solidFill>
              <a:ln w="50800" cmpd="thickThin">
                <a:solidFill>
                  <a:srgbClr val="FFFF00"/>
                </a:solidFill>
              </a:ln>
            </p:spPr>
            <p:txBody>
              <a:bodyPr wrap="square" lIns="101882" tIns="50941" rIns="101882" bIns="50941" rtlCol="0">
                <a:spAutoFit/>
              </a:bodyPr>
              <a:lstStyle/>
              <a:p>
                <a:pPr lvl="0" algn="ctr"/>
                <a:endParaRPr lang="en-US" sz="2300" dirty="0">
                  <a:solidFill>
                    <a:prstClr val="black"/>
                  </a:solidFill>
                </a:endParaRPr>
              </a:p>
            </p:txBody>
          </p:sp>
          <p:sp>
            <p:nvSpPr>
              <p:cNvPr id="91" name="title text">
                <a:extLst>
                  <a:ext uri="{FF2B5EF4-FFF2-40B4-BE49-F238E27FC236}">
                    <a16:creationId xmlns:a16="http://schemas.microsoft.com/office/drawing/2014/main" id="{AAD056A8-35DA-E16F-241C-1F902E29C184}"/>
                  </a:ext>
                </a:extLst>
              </p:cNvPr>
              <p:cNvSpPr txBox="1"/>
              <p:nvPr/>
            </p:nvSpPr>
            <p:spPr>
              <a:xfrm>
                <a:off x="1116794" y="507377"/>
                <a:ext cx="4499177" cy="533764"/>
              </a:xfrm>
              <a:prstGeom prst="rect">
                <a:avLst/>
              </a:prstGeom>
              <a:noFill/>
              <a:ln w="50800" cmpd="thickThin">
                <a:noFill/>
              </a:ln>
            </p:spPr>
            <p:txBody>
              <a:bodyPr wrap="square" lIns="101882" tIns="50941" rIns="101882" bIns="50941" rtlCol="0">
                <a:spAutoFit/>
              </a:bodyPr>
              <a:lstStyle/>
              <a:p>
                <a:pPr algn="ctr"/>
                <a:r>
                  <a:rPr lang="en-US" sz="2800" b="1" i="1" dirty="0">
                    <a:solidFill>
                      <a:schemeClr val="bg1"/>
                    </a:solidFill>
                  </a:rPr>
                  <a:t>Electronics For Doing!</a:t>
                </a:r>
              </a:p>
            </p:txBody>
          </p:sp>
        </p:grpSp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7DCF16A8-5B95-5D89-E25C-E977AA3CD255}"/>
              </a:ext>
            </a:extLst>
          </p:cNvPr>
          <p:cNvGrpSpPr/>
          <p:nvPr/>
        </p:nvGrpSpPr>
        <p:grpSpPr>
          <a:xfrm>
            <a:off x="-103793" y="193127"/>
            <a:ext cx="182880" cy="6566338"/>
            <a:chOff x="1366345" y="193127"/>
            <a:chExt cx="182880" cy="6566338"/>
          </a:xfrm>
        </p:grpSpPr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4DDB8570-E6EC-F35A-34C7-A6E0A1FDBFF4}"/>
                </a:ext>
              </a:extLst>
            </p:cNvPr>
            <p:cNvCxnSpPr>
              <a:cxnSpLocks/>
            </p:cNvCxnSpPr>
            <p:nvPr/>
          </p:nvCxnSpPr>
          <p:spPr>
            <a:xfrm>
              <a:off x="1366345" y="193127"/>
              <a:ext cx="182880" cy="0"/>
            </a:xfrm>
            <a:prstGeom prst="line">
              <a:avLst/>
            </a:prstGeom>
            <a:ln w="6350">
              <a:solidFill>
                <a:schemeClr val="accent1">
                  <a:lumMod val="20000"/>
                  <a:lumOff val="8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6BCAE12B-C29C-611D-6882-A516FD3F83EB}"/>
                </a:ext>
              </a:extLst>
            </p:cNvPr>
            <p:cNvCxnSpPr>
              <a:cxnSpLocks/>
            </p:cNvCxnSpPr>
            <p:nvPr/>
          </p:nvCxnSpPr>
          <p:spPr>
            <a:xfrm>
              <a:off x="1366345" y="849761"/>
              <a:ext cx="182880" cy="0"/>
            </a:xfrm>
            <a:prstGeom prst="line">
              <a:avLst/>
            </a:prstGeom>
            <a:ln w="6350">
              <a:solidFill>
                <a:schemeClr val="accent1">
                  <a:lumMod val="20000"/>
                  <a:lumOff val="8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C62BD20F-2817-7FFF-1FC7-F6E0E9B918E0}"/>
                </a:ext>
              </a:extLst>
            </p:cNvPr>
            <p:cNvCxnSpPr>
              <a:cxnSpLocks/>
            </p:cNvCxnSpPr>
            <p:nvPr/>
          </p:nvCxnSpPr>
          <p:spPr>
            <a:xfrm>
              <a:off x="1366345" y="1506395"/>
              <a:ext cx="182880" cy="0"/>
            </a:xfrm>
            <a:prstGeom prst="line">
              <a:avLst/>
            </a:prstGeom>
            <a:ln w="6350">
              <a:solidFill>
                <a:schemeClr val="accent1">
                  <a:lumMod val="20000"/>
                  <a:lumOff val="8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64B9536A-AC66-6F85-2600-31173D532E22}"/>
                </a:ext>
              </a:extLst>
            </p:cNvPr>
            <p:cNvCxnSpPr>
              <a:cxnSpLocks/>
            </p:cNvCxnSpPr>
            <p:nvPr/>
          </p:nvCxnSpPr>
          <p:spPr>
            <a:xfrm>
              <a:off x="1366345" y="2163029"/>
              <a:ext cx="182880" cy="0"/>
            </a:xfrm>
            <a:prstGeom prst="line">
              <a:avLst/>
            </a:prstGeom>
            <a:ln w="6350">
              <a:solidFill>
                <a:schemeClr val="accent1">
                  <a:lumMod val="20000"/>
                  <a:lumOff val="8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6376E6DF-0EC3-ADB4-1ABA-35D29052C283}"/>
                </a:ext>
              </a:extLst>
            </p:cNvPr>
            <p:cNvCxnSpPr>
              <a:cxnSpLocks/>
            </p:cNvCxnSpPr>
            <p:nvPr/>
          </p:nvCxnSpPr>
          <p:spPr>
            <a:xfrm>
              <a:off x="1366345" y="2819663"/>
              <a:ext cx="182880" cy="0"/>
            </a:xfrm>
            <a:prstGeom prst="line">
              <a:avLst/>
            </a:prstGeom>
            <a:ln w="6350">
              <a:solidFill>
                <a:schemeClr val="accent1">
                  <a:lumMod val="20000"/>
                  <a:lumOff val="8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3A01ABD6-5D9F-4F00-9E3F-DD3137D780CB}"/>
                </a:ext>
              </a:extLst>
            </p:cNvPr>
            <p:cNvCxnSpPr>
              <a:cxnSpLocks/>
            </p:cNvCxnSpPr>
            <p:nvPr/>
          </p:nvCxnSpPr>
          <p:spPr>
            <a:xfrm>
              <a:off x="1366345" y="3476297"/>
              <a:ext cx="182880" cy="0"/>
            </a:xfrm>
            <a:prstGeom prst="line">
              <a:avLst/>
            </a:prstGeom>
            <a:ln w="6350">
              <a:solidFill>
                <a:schemeClr val="accent1">
                  <a:lumMod val="20000"/>
                  <a:lumOff val="8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4672CDB3-3B6F-A788-6111-F617272C44FD}"/>
                </a:ext>
              </a:extLst>
            </p:cNvPr>
            <p:cNvCxnSpPr>
              <a:cxnSpLocks/>
            </p:cNvCxnSpPr>
            <p:nvPr/>
          </p:nvCxnSpPr>
          <p:spPr>
            <a:xfrm>
              <a:off x="1366345" y="4132931"/>
              <a:ext cx="182880" cy="0"/>
            </a:xfrm>
            <a:prstGeom prst="line">
              <a:avLst/>
            </a:prstGeom>
            <a:ln w="6350">
              <a:solidFill>
                <a:schemeClr val="accent1">
                  <a:lumMod val="20000"/>
                  <a:lumOff val="8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7BB198D5-2972-D456-C026-1E335D8B8E22}"/>
                </a:ext>
              </a:extLst>
            </p:cNvPr>
            <p:cNvCxnSpPr>
              <a:cxnSpLocks/>
            </p:cNvCxnSpPr>
            <p:nvPr/>
          </p:nvCxnSpPr>
          <p:spPr>
            <a:xfrm>
              <a:off x="1366345" y="4789565"/>
              <a:ext cx="182880" cy="0"/>
            </a:xfrm>
            <a:prstGeom prst="line">
              <a:avLst/>
            </a:prstGeom>
            <a:ln w="6350">
              <a:solidFill>
                <a:schemeClr val="accent1">
                  <a:lumMod val="20000"/>
                  <a:lumOff val="8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7BC3553A-17B9-B87D-0A5A-FE4205357904}"/>
                </a:ext>
              </a:extLst>
            </p:cNvPr>
            <p:cNvCxnSpPr>
              <a:cxnSpLocks/>
            </p:cNvCxnSpPr>
            <p:nvPr/>
          </p:nvCxnSpPr>
          <p:spPr>
            <a:xfrm>
              <a:off x="1366345" y="5446199"/>
              <a:ext cx="182880" cy="0"/>
            </a:xfrm>
            <a:prstGeom prst="line">
              <a:avLst/>
            </a:prstGeom>
            <a:ln w="6350">
              <a:solidFill>
                <a:schemeClr val="accent1">
                  <a:lumMod val="20000"/>
                  <a:lumOff val="8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6F261DF3-458B-3058-3AD3-924C6A911CD3}"/>
                </a:ext>
              </a:extLst>
            </p:cNvPr>
            <p:cNvCxnSpPr>
              <a:cxnSpLocks/>
            </p:cNvCxnSpPr>
            <p:nvPr/>
          </p:nvCxnSpPr>
          <p:spPr>
            <a:xfrm>
              <a:off x="1366345" y="6102833"/>
              <a:ext cx="182880" cy="0"/>
            </a:xfrm>
            <a:prstGeom prst="line">
              <a:avLst/>
            </a:prstGeom>
            <a:ln w="6350">
              <a:solidFill>
                <a:schemeClr val="accent1">
                  <a:lumMod val="20000"/>
                  <a:lumOff val="8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B21DA1FB-FCF0-4173-8CA4-BEAC87DA74B9}"/>
                </a:ext>
              </a:extLst>
            </p:cNvPr>
            <p:cNvCxnSpPr>
              <a:cxnSpLocks/>
            </p:cNvCxnSpPr>
            <p:nvPr/>
          </p:nvCxnSpPr>
          <p:spPr>
            <a:xfrm>
              <a:off x="1366345" y="6759465"/>
              <a:ext cx="182880" cy="0"/>
            </a:xfrm>
            <a:prstGeom prst="line">
              <a:avLst/>
            </a:prstGeom>
            <a:ln w="6350">
              <a:solidFill>
                <a:schemeClr val="accent1">
                  <a:lumMod val="20000"/>
                  <a:lumOff val="8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142395C2-C4A0-73A4-366E-815330C8CE21}"/>
              </a:ext>
            </a:extLst>
          </p:cNvPr>
          <p:cNvGrpSpPr/>
          <p:nvPr/>
        </p:nvGrpSpPr>
        <p:grpSpPr>
          <a:xfrm>
            <a:off x="9062546" y="193127"/>
            <a:ext cx="182880" cy="6566338"/>
            <a:chOff x="1366345" y="193127"/>
            <a:chExt cx="182880" cy="6566338"/>
          </a:xfrm>
        </p:grpSpPr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B1B970C0-91BF-645E-45CF-B667B5DA0EA8}"/>
                </a:ext>
              </a:extLst>
            </p:cNvPr>
            <p:cNvCxnSpPr>
              <a:cxnSpLocks/>
            </p:cNvCxnSpPr>
            <p:nvPr/>
          </p:nvCxnSpPr>
          <p:spPr>
            <a:xfrm>
              <a:off x="1366345" y="193127"/>
              <a:ext cx="182880" cy="0"/>
            </a:xfrm>
            <a:prstGeom prst="line">
              <a:avLst/>
            </a:prstGeom>
            <a:ln w="6350">
              <a:solidFill>
                <a:schemeClr val="accent1">
                  <a:lumMod val="20000"/>
                  <a:lumOff val="8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B9C23C8A-160F-B421-8875-A6DCC181A274}"/>
                </a:ext>
              </a:extLst>
            </p:cNvPr>
            <p:cNvCxnSpPr>
              <a:cxnSpLocks/>
            </p:cNvCxnSpPr>
            <p:nvPr/>
          </p:nvCxnSpPr>
          <p:spPr>
            <a:xfrm>
              <a:off x="1366345" y="849761"/>
              <a:ext cx="182880" cy="0"/>
            </a:xfrm>
            <a:prstGeom prst="line">
              <a:avLst/>
            </a:prstGeom>
            <a:ln w="6350">
              <a:solidFill>
                <a:schemeClr val="accent1">
                  <a:lumMod val="20000"/>
                  <a:lumOff val="8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6A7D1FA3-0F6B-E873-2E85-0DA1C911F461}"/>
                </a:ext>
              </a:extLst>
            </p:cNvPr>
            <p:cNvCxnSpPr>
              <a:cxnSpLocks/>
            </p:cNvCxnSpPr>
            <p:nvPr/>
          </p:nvCxnSpPr>
          <p:spPr>
            <a:xfrm>
              <a:off x="1366345" y="1506395"/>
              <a:ext cx="182880" cy="0"/>
            </a:xfrm>
            <a:prstGeom prst="line">
              <a:avLst/>
            </a:prstGeom>
            <a:ln w="6350">
              <a:solidFill>
                <a:schemeClr val="accent1">
                  <a:lumMod val="20000"/>
                  <a:lumOff val="8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0F6E10DF-55DE-841E-E564-FC3DA97401E3}"/>
                </a:ext>
              </a:extLst>
            </p:cNvPr>
            <p:cNvCxnSpPr>
              <a:cxnSpLocks/>
            </p:cNvCxnSpPr>
            <p:nvPr/>
          </p:nvCxnSpPr>
          <p:spPr>
            <a:xfrm>
              <a:off x="1366345" y="2163029"/>
              <a:ext cx="182880" cy="0"/>
            </a:xfrm>
            <a:prstGeom prst="line">
              <a:avLst/>
            </a:prstGeom>
            <a:ln w="6350">
              <a:solidFill>
                <a:schemeClr val="accent1">
                  <a:lumMod val="20000"/>
                  <a:lumOff val="8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B427B997-B3C8-7423-D81B-DBB9F814542F}"/>
                </a:ext>
              </a:extLst>
            </p:cNvPr>
            <p:cNvCxnSpPr>
              <a:cxnSpLocks/>
            </p:cNvCxnSpPr>
            <p:nvPr/>
          </p:nvCxnSpPr>
          <p:spPr>
            <a:xfrm>
              <a:off x="1366345" y="2819663"/>
              <a:ext cx="182880" cy="0"/>
            </a:xfrm>
            <a:prstGeom prst="line">
              <a:avLst/>
            </a:prstGeom>
            <a:ln w="6350">
              <a:solidFill>
                <a:schemeClr val="accent1">
                  <a:lumMod val="20000"/>
                  <a:lumOff val="8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0946F470-83E4-E724-7A49-A30ECC70F670}"/>
                </a:ext>
              </a:extLst>
            </p:cNvPr>
            <p:cNvCxnSpPr>
              <a:cxnSpLocks/>
            </p:cNvCxnSpPr>
            <p:nvPr/>
          </p:nvCxnSpPr>
          <p:spPr>
            <a:xfrm>
              <a:off x="1366345" y="3476297"/>
              <a:ext cx="182880" cy="0"/>
            </a:xfrm>
            <a:prstGeom prst="line">
              <a:avLst/>
            </a:prstGeom>
            <a:ln w="6350">
              <a:solidFill>
                <a:schemeClr val="accent1">
                  <a:lumMod val="20000"/>
                  <a:lumOff val="8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05230ED0-2353-E132-275F-86F196419333}"/>
                </a:ext>
              </a:extLst>
            </p:cNvPr>
            <p:cNvCxnSpPr>
              <a:cxnSpLocks/>
            </p:cNvCxnSpPr>
            <p:nvPr/>
          </p:nvCxnSpPr>
          <p:spPr>
            <a:xfrm>
              <a:off x="1366345" y="4132931"/>
              <a:ext cx="182880" cy="0"/>
            </a:xfrm>
            <a:prstGeom prst="line">
              <a:avLst/>
            </a:prstGeom>
            <a:ln w="6350">
              <a:solidFill>
                <a:schemeClr val="accent1">
                  <a:lumMod val="20000"/>
                  <a:lumOff val="8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131F1730-0940-B69F-0FBE-823617279202}"/>
                </a:ext>
              </a:extLst>
            </p:cNvPr>
            <p:cNvCxnSpPr>
              <a:cxnSpLocks/>
            </p:cNvCxnSpPr>
            <p:nvPr/>
          </p:nvCxnSpPr>
          <p:spPr>
            <a:xfrm>
              <a:off x="1366345" y="4789565"/>
              <a:ext cx="182880" cy="0"/>
            </a:xfrm>
            <a:prstGeom prst="line">
              <a:avLst/>
            </a:prstGeom>
            <a:ln w="6350">
              <a:solidFill>
                <a:schemeClr val="accent1">
                  <a:lumMod val="20000"/>
                  <a:lumOff val="8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0E158DEA-02D5-E3FB-B61C-A1CFB734FE30}"/>
                </a:ext>
              </a:extLst>
            </p:cNvPr>
            <p:cNvCxnSpPr>
              <a:cxnSpLocks/>
            </p:cNvCxnSpPr>
            <p:nvPr/>
          </p:nvCxnSpPr>
          <p:spPr>
            <a:xfrm>
              <a:off x="1366345" y="5446199"/>
              <a:ext cx="182880" cy="0"/>
            </a:xfrm>
            <a:prstGeom prst="line">
              <a:avLst/>
            </a:prstGeom>
            <a:ln w="6350">
              <a:solidFill>
                <a:schemeClr val="accent1">
                  <a:lumMod val="20000"/>
                  <a:lumOff val="8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CA42B946-D899-620F-C2EE-C82326AC288B}"/>
                </a:ext>
              </a:extLst>
            </p:cNvPr>
            <p:cNvCxnSpPr>
              <a:cxnSpLocks/>
            </p:cNvCxnSpPr>
            <p:nvPr/>
          </p:nvCxnSpPr>
          <p:spPr>
            <a:xfrm>
              <a:off x="1366345" y="6102833"/>
              <a:ext cx="182880" cy="0"/>
            </a:xfrm>
            <a:prstGeom prst="line">
              <a:avLst/>
            </a:prstGeom>
            <a:ln w="6350">
              <a:solidFill>
                <a:schemeClr val="accent1">
                  <a:lumMod val="20000"/>
                  <a:lumOff val="8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F9F05F04-B702-18B4-B512-DC29317A4253}"/>
                </a:ext>
              </a:extLst>
            </p:cNvPr>
            <p:cNvCxnSpPr>
              <a:cxnSpLocks/>
            </p:cNvCxnSpPr>
            <p:nvPr/>
          </p:nvCxnSpPr>
          <p:spPr>
            <a:xfrm>
              <a:off x="1366345" y="6759465"/>
              <a:ext cx="182880" cy="0"/>
            </a:xfrm>
            <a:prstGeom prst="line">
              <a:avLst/>
            </a:prstGeom>
            <a:ln w="6350">
              <a:solidFill>
                <a:schemeClr val="accent1">
                  <a:lumMod val="20000"/>
                  <a:lumOff val="8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6" name="Group 25">
            <a:extLst>
              <a:ext uri="{FF2B5EF4-FFF2-40B4-BE49-F238E27FC236}">
                <a16:creationId xmlns:a16="http://schemas.microsoft.com/office/drawing/2014/main" id="{2922A903-365C-E4E0-9FB7-8DB3760D531D}"/>
              </a:ext>
            </a:extLst>
          </p:cNvPr>
          <p:cNvGrpSpPr/>
          <p:nvPr/>
        </p:nvGrpSpPr>
        <p:grpSpPr>
          <a:xfrm>
            <a:off x="1116795" y="256401"/>
            <a:ext cx="7131316" cy="533764"/>
            <a:chOff x="1116795" y="507377"/>
            <a:chExt cx="7131316" cy="533764"/>
          </a:xfrm>
        </p:grpSpPr>
        <p:sp>
          <p:nvSpPr>
            <p:cNvPr id="3" name="author">
              <a:extLst>
                <a:ext uri="{FF2B5EF4-FFF2-40B4-BE49-F238E27FC236}">
                  <a16:creationId xmlns:a16="http://schemas.microsoft.com/office/drawing/2014/main" id="{0C3F58E5-D140-C7B9-2784-2BDDDFAF1296}"/>
                </a:ext>
              </a:extLst>
            </p:cNvPr>
            <p:cNvSpPr txBox="1"/>
            <p:nvPr/>
          </p:nvSpPr>
          <p:spPr>
            <a:xfrm>
              <a:off x="5580462" y="577771"/>
              <a:ext cx="2667649" cy="410654"/>
            </a:xfrm>
            <a:prstGeom prst="rect">
              <a:avLst/>
            </a:prstGeom>
            <a:noFill/>
            <a:ln w="50800" cmpd="thickThin">
              <a:noFill/>
            </a:ln>
          </p:spPr>
          <p:txBody>
            <a:bodyPr wrap="square" lIns="101882" tIns="50941" rIns="101882" bIns="50941" rtlCol="0">
              <a:spAutoFit/>
            </a:bodyPr>
            <a:lstStyle/>
            <a:p>
              <a:r>
                <a:rPr lang="en-US" sz="2000" dirty="0">
                  <a:solidFill>
                    <a:srgbClr val="FFFF00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University of Richmond</a:t>
              </a:r>
            </a:p>
          </p:txBody>
        </p:sp>
        <p:grpSp>
          <p:nvGrpSpPr>
            <p:cNvPr id="25" name="Group 24">
              <a:extLst>
                <a:ext uri="{FF2B5EF4-FFF2-40B4-BE49-F238E27FC236}">
                  <a16:creationId xmlns:a16="http://schemas.microsoft.com/office/drawing/2014/main" id="{BF654A4E-27BB-214E-BB7F-CDE812632B1D}"/>
                </a:ext>
              </a:extLst>
            </p:cNvPr>
            <p:cNvGrpSpPr/>
            <p:nvPr/>
          </p:nvGrpSpPr>
          <p:grpSpPr>
            <a:xfrm>
              <a:off x="1116795" y="507377"/>
              <a:ext cx="3671982" cy="533764"/>
              <a:chOff x="1116795" y="507377"/>
              <a:chExt cx="3671982" cy="533764"/>
            </a:xfrm>
          </p:grpSpPr>
          <p:sp>
            <p:nvSpPr>
              <p:cNvPr id="5" name="Parallelogram 4">
                <a:extLst>
                  <a:ext uri="{FF2B5EF4-FFF2-40B4-BE49-F238E27FC236}">
                    <a16:creationId xmlns:a16="http://schemas.microsoft.com/office/drawing/2014/main" id="{7AC11FCA-97C6-A9F9-E0C8-4FAE017D3226}"/>
                  </a:ext>
                </a:extLst>
              </p:cNvPr>
              <p:cNvSpPr/>
              <p:nvPr/>
            </p:nvSpPr>
            <p:spPr>
              <a:xfrm>
                <a:off x="1170134" y="554498"/>
                <a:ext cx="3512225" cy="457200"/>
              </a:xfrm>
              <a:prstGeom prst="parallelogram">
                <a:avLst>
                  <a:gd name="adj" fmla="val 19588"/>
                </a:avLst>
              </a:prstGeom>
              <a:solidFill>
                <a:srgbClr val="C00000"/>
              </a:solidFill>
              <a:ln w="50800" cmpd="thickThin">
                <a:solidFill>
                  <a:srgbClr val="FFFF00"/>
                </a:solidFill>
              </a:ln>
            </p:spPr>
            <p:txBody>
              <a:bodyPr wrap="square" lIns="101882" tIns="50941" rIns="101882" bIns="50941" rtlCol="0">
                <a:spAutoFit/>
              </a:bodyPr>
              <a:lstStyle/>
              <a:p>
                <a:pPr lvl="0" algn="ctr"/>
                <a:endParaRPr lang="en-US" sz="2300" dirty="0">
                  <a:solidFill>
                    <a:prstClr val="black"/>
                  </a:solidFill>
                </a:endParaRPr>
              </a:p>
            </p:txBody>
          </p:sp>
          <p:sp>
            <p:nvSpPr>
              <p:cNvPr id="4" name="title text">
                <a:extLst>
                  <a:ext uri="{FF2B5EF4-FFF2-40B4-BE49-F238E27FC236}">
                    <a16:creationId xmlns:a16="http://schemas.microsoft.com/office/drawing/2014/main" id="{E5D3D29D-CF04-F14C-49A6-7837D59F8D24}"/>
                  </a:ext>
                </a:extLst>
              </p:cNvPr>
              <p:cNvSpPr txBox="1"/>
              <p:nvPr/>
            </p:nvSpPr>
            <p:spPr>
              <a:xfrm>
                <a:off x="1116795" y="507377"/>
                <a:ext cx="3671982" cy="533764"/>
              </a:xfrm>
              <a:prstGeom prst="rect">
                <a:avLst/>
              </a:prstGeom>
              <a:noFill/>
              <a:ln w="50800" cmpd="thickThin">
                <a:noFill/>
              </a:ln>
            </p:spPr>
            <p:txBody>
              <a:bodyPr wrap="square" lIns="101882" tIns="50941" rIns="101882" bIns="50941" rtlCol="0">
                <a:spAutoFit/>
              </a:bodyPr>
              <a:lstStyle/>
              <a:p>
                <a:pPr algn="ctr"/>
                <a:r>
                  <a:rPr lang="en-US" sz="2800" b="1" i="1" dirty="0">
                    <a:solidFill>
                      <a:schemeClr val="bg1"/>
                    </a:solidFill>
                  </a:rPr>
                  <a:t>Physics For Doing!</a:t>
                </a:r>
              </a:p>
            </p:txBody>
          </p:sp>
        </p:grpSp>
      </p:grpSp>
      <p:grpSp>
        <p:nvGrpSpPr>
          <p:cNvPr id="2" name="Group 1">
            <a:extLst>
              <a:ext uri="{FF2B5EF4-FFF2-40B4-BE49-F238E27FC236}">
                <a16:creationId xmlns:a16="http://schemas.microsoft.com/office/drawing/2014/main" id="{86AB7175-5B21-9031-AC07-62CF41270538}"/>
              </a:ext>
            </a:extLst>
          </p:cNvPr>
          <p:cNvGrpSpPr/>
          <p:nvPr/>
        </p:nvGrpSpPr>
        <p:grpSpPr>
          <a:xfrm>
            <a:off x="1116795" y="910391"/>
            <a:ext cx="7131316" cy="533764"/>
            <a:chOff x="1116795" y="507377"/>
            <a:chExt cx="7131316" cy="533764"/>
          </a:xfrm>
        </p:grpSpPr>
        <p:sp>
          <p:nvSpPr>
            <p:cNvPr id="32" name="author">
              <a:extLst>
                <a:ext uri="{FF2B5EF4-FFF2-40B4-BE49-F238E27FC236}">
                  <a16:creationId xmlns:a16="http://schemas.microsoft.com/office/drawing/2014/main" id="{B339A9FE-C456-4E20-4940-E407E701992F}"/>
                </a:ext>
              </a:extLst>
            </p:cNvPr>
            <p:cNvSpPr txBox="1"/>
            <p:nvPr/>
          </p:nvSpPr>
          <p:spPr>
            <a:xfrm>
              <a:off x="5580462" y="577771"/>
              <a:ext cx="2667649" cy="410654"/>
            </a:xfrm>
            <a:prstGeom prst="rect">
              <a:avLst/>
            </a:prstGeom>
            <a:noFill/>
            <a:ln w="50800" cmpd="thickThin">
              <a:noFill/>
            </a:ln>
          </p:spPr>
          <p:txBody>
            <a:bodyPr wrap="square" lIns="101882" tIns="50941" rIns="101882" bIns="50941" rtlCol="0">
              <a:spAutoFit/>
            </a:bodyPr>
            <a:lstStyle/>
            <a:p>
              <a:r>
                <a:rPr lang="en-US" sz="2000" dirty="0">
                  <a:solidFill>
                    <a:srgbClr val="FFFF00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University of Richmond</a:t>
              </a:r>
            </a:p>
          </p:txBody>
        </p:sp>
        <p:grpSp>
          <p:nvGrpSpPr>
            <p:cNvPr id="33" name="Group 32">
              <a:extLst>
                <a:ext uri="{FF2B5EF4-FFF2-40B4-BE49-F238E27FC236}">
                  <a16:creationId xmlns:a16="http://schemas.microsoft.com/office/drawing/2014/main" id="{03F8DF18-A547-502E-2F05-877339620A43}"/>
                </a:ext>
              </a:extLst>
            </p:cNvPr>
            <p:cNvGrpSpPr/>
            <p:nvPr/>
          </p:nvGrpSpPr>
          <p:grpSpPr>
            <a:xfrm>
              <a:off x="1116795" y="507377"/>
              <a:ext cx="3671982" cy="533764"/>
              <a:chOff x="1116795" y="507377"/>
              <a:chExt cx="3671982" cy="533764"/>
            </a:xfrm>
          </p:grpSpPr>
          <p:sp>
            <p:nvSpPr>
              <p:cNvPr id="34" name="Parallelogram 33">
                <a:extLst>
                  <a:ext uri="{FF2B5EF4-FFF2-40B4-BE49-F238E27FC236}">
                    <a16:creationId xmlns:a16="http://schemas.microsoft.com/office/drawing/2014/main" id="{ECA5BFA1-4D80-9866-97EE-0AAC99D2C809}"/>
                  </a:ext>
                </a:extLst>
              </p:cNvPr>
              <p:cNvSpPr/>
              <p:nvPr/>
            </p:nvSpPr>
            <p:spPr>
              <a:xfrm>
                <a:off x="1170134" y="554498"/>
                <a:ext cx="3512225" cy="457200"/>
              </a:xfrm>
              <a:prstGeom prst="parallelogram">
                <a:avLst>
                  <a:gd name="adj" fmla="val 19588"/>
                </a:avLst>
              </a:prstGeom>
              <a:solidFill>
                <a:srgbClr val="C00000"/>
              </a:solidFill>
              <a:ln w="50800" cmpd="thickThin">
                <a:solidFill>
                  <a:srgbClr val="FFFF00"/>
                </a:solidFill>
              </a:ln>
            </p:spPr>
            <p:txBody>
              <a:bodyPr wrap="square" lIns="101882" tIns="50941" rIns="101882" bIns="50941" rtlCol="0">
                <a:spAutoFit/>
              </a:bodyPr>
              <a:lstStyle/>
              <a:p>
                <a:pPr lvl="0" algn="ctr"/>
                <a:endParaRPr lang="en-US" sz="2300" dirty="0">
                  <a:solidFill>
                    <a:prstClr val="black"/>
                  </a:solidFill>
                </a:endParaRPr>
              </a:p>
            </p:txBody>
          </p:sp>
          <p:sp>
            <p:nvSpPr>
              <p:cNvPr id="35" name="title text">
                <a:extLst>
                  <a:ext uri="{FF2B5EF4-FFF2-40B4-BE49-F238E27FC236}">
                    <a16:creationId xmlns:a16="http://schemas.microsoft.com/office/drawing/2014/main" id="{68EDF2B0-5BF2-4AA3-76BA-FE4C6E54C55B}"/>
                  </a:ext>
                </a:extLst>
              </p:cNvPr>
              <p:cNvSpPr txBox="1"/>
              <p:nvPr/>
            </p:nvSpPr>
            <p:spPr>
              <a:xfrm>
                <a:off x="1116795" y="507377"/>
                <a:ext cx="3671982" cy="533764"/>
              </a:xfrm>
              <a:prstGeom prst="rect">
                <a:avLst/>
              </a:prstGeom>
              <a:noFill/>
              <a:ln w="50800" cmpd="thickThin">
                <a:noFill/>
              </a:ln>
            </p:spPr>
            <p:txBody>
              <a:bodyPr wrap="square" lIns="101882" tIns="50941" rIns="101882" bIns="50941" rtlCol="0">
                <a:spAutoFit/>
              </a:bodyPr>
              <a:lstStyle/>
              <a:p>
                <a:pPr algn="ctr"/>
                <a:r>
                  <a:rPr lang="en-US" sz="2800" b="1" i="1" dirty="0">
                    <a:solidFill>
                      <a:schemeClr val="bg1"/>
                    </a:solidFill>
                  </a:rPr>
                  <a:t>Physics For Doing!</a:t>
                </a:r>
              </a:p>
            </p:txBody>
          </p:sp>
        </p:grpSp>
      </p:grpSp>
      <p:grpSp>
        <p:nvGrpSpPr>
          <p:cNvPr id="36" name="Group 35">
            <a:extLst>
              <a:ext uri="{FF2B5EF4-FFF2-40B4-BE49-F238E27FC236}">
                <a16:creationId xmlns:a16="http://schemas.microsoft.com/office/drawing/2014/main" id="{BD056B4C-25DA-0CAC-07DF-57F48EC35E49}"/>
              </a:ext>
            </a:extLst>
          </p:cNvPr>
          <p:cNvGrpSpPr/>
          <p:nvPr/>
        </p:nvGrpSpPr>
        <p:grpSpPr>
          <a:xfrm>
            <a:off x="1116795" y="1564381"/>
            <a:ext cx="7131316" cy="533764"/>
            <a:chOff x="1116795" y="507377"/>
            <a:chExt cx="7131316" cy="533764"/>
          </a:xfrm>
        </p:grpSpPr>
        <p:sp>
          <p:nvSpPr>
            <p:cNvPr id="37" name="author">
              <a:extLst>
                <a:ext uri="{FF2B5EF4-FFF2-40B4-BE49-F238E27FC236}">
                  <a16:creationId xmlns:a16="http://schemas.microsoft.com/office/drawing/2014/main" id="{603C8BAC-F1FE-34B9-DA81-E8762CED23E7}"/>
                </a:ext>
              </a:extLst>
            </p:cNvPr>
            <p:cNvSpPr txBox="1"/>
            <p:nvPr/>
          </p:nvSpPr>
          <p:spPr>
            <a:xfrm>
              <a:off x="5580462" y="577771"/>
              <a:ext cx="2667649" cy="410654"/>
            </a:xfrm>
            <a:prstGeom prst="rect">
              <a:avLst/>
            </a:prstGeom>
            <a:noFill/>
            <a:ln w="50800" cmpd="thickThin">
              <a:noFill/>
            </a:ln>
          </p:spPr>
          <p:txBody>
            <a:bodyPr wrap="square" lIns="101882" tIns="50941" rIns="101882" bIns="50941" rtlCol="0">
              <a:spAutoFit/>
            </a:bodyPr>
            <a:lstStyle/>
            <a:p>
              <a:r>
                <a:rPr lang="en-US" sz="2000" dirty="0">
                  <a:solidFill>
                    <a:srgbClr val="FFFF00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University of Richmond</a:t>
              </a:r>
            </a:p>
          </p:txBody>
        </p:sp>
        <p:grpSp>
          <p:nvGrpSpPr>
            <p:cNvPr id="38" name="Group 37">
              <a:extLst>
                <a:ext uri="{FF2B5EF4-FFF2-40B4-BE49-F238E27FC236}">
                  <a16:creationId xmlns:a16="http://schemas.microsoft.com/office/drawing/2014/main" id="{04E95D20-B6C3-1240-2DEE-D4AF3655F96B}"/>
                </a:ext>
              </a:extLst>
            </p:cNvPr>
            <p:cNvGrpSpPr/>
            <p:nvPr/>
          </p:nvGrpSpPr>
          <p:grpSpPr>
            <a:xfrm>
              <a:off x="1116795" y="507377"/>
              <a:ext cx="3671982" cy="533764"/>
              <a:chOff x="1116795" y="507377"/>
              <a:chExt cx="3671982" cy="533764"/>
            </a:xfrm>
          </p:grpSpPr>
          <p:sp>
            <p:nvSpPr>
              <p:cNvPr id="39" name="Parallelogram 38">
                <a:extLst>
                  <a:ext uri="{FF2B5EF4-FFF2-40B4-BE49-F238E27FC236}">
                    <a16:creationId xmlns:a16="http://schemas.microsoft.com/office/drawing/2014/main" id="{96BD2805-1FF2-E9B6-B8AC-5C4973072D97}"/>
                  </a:ext>
                </a:extLst>
              </p:cNvPr>
              <p:cNvSpPr/>
              <p:nvPr/>
            </p:nvSpPr>
            <p:spPr>
              <a:xfrm>
                <a:off x="1170134" y="554498"/>
                <a:ext cx="3512225" cy="457200"/>
              </a:xfrm>
              <a:prstGeom prst="parallelogram">
                <a:avLst>
                  <a:gd name="adj" fmla="val 19588"/>
                </a:avLst>
              </a:prstGeom>
              <a:solidFill>
                <a:srgbClr val="C00000"/>
              </a:solidFill>
              <a:ln w="50800" cmpd="thickThin">
                <a:solidFill>
                  <a:srgbClr val="FFFF00"/>
                </a:solidFill>
              </a:ln>
            </p:spPr>
            <p:txBody>
              <a:bodyPr wrap="square" lIns="101882" tIns="50941" rIns="101882" bIns="50941" rtlCol="0">
                <a:spAutoFit/>
              </a:bodyPr>
              <a:lstStyle/>
              <a:p>
                <a:pPr lvl="0" algn="ctr"/>
                <a:endParaRPr lang="en-US" sz="2300" dirty="0">
                  <a:solidFill>
                    <a:prstClr val="black"/>
                  </a:solidFill>
                </a:endParaRPr>
              </a:p>
            </p:txBody>
          </p:sp>
          <p:sp>
            <p:nvSpPr>
              <p:cNvPr id="40" name="title text">
                <a:extLst>
                  <a:ext uri="{FF2B5EF4-FFF2-40B4-BE49-F238E27FC236}">
                    <a16:creationId xmlns:a16="http://schemas.microsoft.com/office/drawing/2014/main" id="{E56CB5D0-2006-96CB-1957-6962DEA1DF18}"/>
                  </a:ext>
                </a:extLst>
              </p:cNvPr>
              <p:cNvSpPr txBox="1"/>
              <p:nvPr/>
            </p:nvSpPr>
            <p:spPr>
              <a:xfrm>
                <a:off x="1116795" y="507377"/>
                <a:ext cx="3671982" cy="533764"/>
              </a:xfrm>
              <a:prstGeom prst="rect">
                <a:avLst/>
              </a:prstGeom>
              <a:noFill/>
              <a:ln w="50800" cmpd="thickThin">
                <a:noFill/>
              </a:ln>
            </p:spPr>
            <p:txBody>
              <a:bodyPr wrap="square" lIns="101882" tIns="50941" rIns="101882" bIns="50941" rtlCol="0">
                <a:spAutoFit/>
              </a:bodyPr>
              <a:lstStyle/>
              <a:p>
                <a:pPr algn="ctr"/>
                <a:r>
                  <a:rPr lang="en-US" sz="2800" b="1" i="1" dirty="0">
                    <a:solidFill>
                      <a:schemeClr val="bg1"/>
                    </a:solidFill>
                  </a:rPr>
                  <a:t>Physics For Doing!</a:t>
                </a:r>
              </a:p>
            </p:txBody>
          </p:sp>
        </p:grpSp>
      </p:grpSp>
      <p:grpSp>
        <p:nvGrpSpPr>
          <p:cNvPr id="41" name="Group 40">
            <a:extLst>
              <a:ext uri="{FF2B5EF4-FFF2-40B4-BE49-F238E27FC236}">
                <a16:creationId xmlns:a16="http://schemas.microsoft.com/office/drawing/2014/main" id="{C85D3392-3C85-F2F3-4895-E558750B5186}"/>
              </a:ext>
            </a:extLst>
          </p:cNvPr>
          <p:cNvGrpSpPr/>
          <p:nvPr/>
        </p:nvGrpSpPr>
        <p:grpSpPr>
          <a:xfrm>
            <a:off x="1116795" y="2218371"/>
            <a:ext cx="7131316" cy="533764"/>
            <a:chOff x="1116795" y="507377"/>
            <a:chExt cx="7131316" cy="533764"/>
          </a:xfrm>
        </p:grpSpPr>
        <p:sp>
          <p:nvSpPr>
            <p:cNvPr id="42" name="author">
              <a:extLst>
                <a:ext uri="{FF2B5EF4-FFF2-40B4-BE49-F238E27FC236}">
                  <a16:creationId xmlns:a16="http://schemas.microsoft.com/office/drawing/2014/main" id="{413A06E8-C49D-8DB9-47B6-8ED4311A3F60}"/>
                </a:ext>
              </a:extLst>
            </p:cNvPr>
            <p:cNvSpPr txBox="1"/>
            <p:nvPr/>
          </p:nvSpPr>
          <p:spPr>
            <a:xfrm>
              <a:off x="5580462" y="577771"/>
              <a:ext cx="2667649" cy="410654"/>
            </a:xfrm>
            <a:prstGeom prst="rect">
              <a:avLst/>
            </a:prstGeom>
            <a:noFill/>
            <a:ln w="50800" cmpd="thickThin">
              <a:noFill/>
            </a:ln>
          </p:spPr>
          <p:txBody>
            <a:bodyPr wrap="square" lIns="101882" tIns="50941" rIns="101882" bIns="50941" rtlCol="0">
              <a:spAutoFit/>
            </a:bodyPr>
            <a:lstStyle/>
            <a:p>
              <a:r>
                <a:rPr lang="en-US" sz="2000" dirty="0">
                  <a:solidFill>
                    <a:srgbClr val="FFFF00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University of Richmond</a:t>
              </a:r>
            </a:p>
          </p:txBody>
        </p:sp>
        <p:grpSp>
          <p:nvGrpSpPr>
            <p:cNvPr id="43" name="Group 42">
              <a:extLst>
                <a:ext uri="{FF2B5EF4-FFF2-40B4-BE49-F238E27FC236}">
                  <a16:creationId xmlns:a16="http://schemas.microsoft.com/office/drawing/2014/main" id="{CC969B74-485D-ECF4-9904-CA9B830215D4}"/>
                </a:ext>
              </a:extLst>
            </p:cNvPr>
            <p:cNvGrpSpPr/>
            <p:nvPr/>
          </p:nvGrpSpPr>
          <p:grpSpPr>
            <a:xfrm>
              <a:off x="1116795" y="507377"/>
              <a:ext cx="3671982" cy="533764"/>
              <a:chOff x="1116795" y="507377"/>
              <a:chExt cx="3671982" cy="533764"/>
            </a:xfrm>
          </p:grpSpPr>
          <p:sp>
            <p:nvSpPr>
              <p:cNvPr id="44" name="Parallelogram 43">
                <a:extLst>
                  <a:ext uri="{FF2B5EF4-FFF2-40B4-BE49-F238E27FC236}">
                    <a16:creationId xmlns:a16="http://schemas.microsoft.com/office/drawing/2014/main" id="{4D338168-7647-77BC-3B83-3A49FEC45068}"/>
                  </a:ext>
                </a:extLst>
              </p:cNvPr>
              <p:cNvSpPr/>
              <p:nvPr/>
            </p:nvSpPr>
            <p:spPr>
              <a:xfrm>
                <a:off x="1170134" y="554498"/>
                <a:ext cx="3512225" cy="457200"/>
              </a:xfrm>
              <a:prstGeom prst="parallelogram">
                <a:avLst>
                  <a:gd name="adj" fmla="val 19588"/>
                </a:avLst>
              </a:prstGeom>
              <a:solidFill>
                <a:srgbClr val="C00000"/>
              </a:solidFill>
              <a:ln w="50800" cmpd="thickThin">
                <a:solidFill>
                  <a:srgbClr val="FFFF00"/>
                </a:solidFill>
              </a:ln>
            </p:spPr>
            <p:txBody>
              <a:bodyPr wrap="square" lIns="101882" tIns="50941" rIns="101882" bIns="50941" rtlCol="0">
                <a:spAutoFit/>
              </a:bodyPr>
              <a:lstStyle/>
              <a:p>
                <a:pPr lvl="0" algn="ctr"/>
                <a:endParaRPr lang="en-US" sz="2300" dirty="0">
                  <a:solidFill>
                    <a:prstClr val="black"/>
                  </a:solidFill>
                </a:endParaRPr>
              </a:p>
            </p:txBody>
          </p:sp>
          <p:sp>
            <p:nvSpPr>
              <p:cNvPr id="45" name="title text">
                <a:extLst>
                  <a:ext uri="{FF2B5EF4-FFF2-40B4-BE49-F238E27FC236}">
                    <a16:creationId xmlns:a16="http://schemas.microsoft.com/office/drawing/2014/main" id="{3559126C-7DC6-6A7E-56D8-892999ECB511}"/>
                  </a:ext>
                </a:extLst>
              </p:cNvPr>
              <p:cNvSpPr txBox="1"/>
              <p:nvPr/>
            </p:nvSpPr>
            <p:spPr>
              <a:xfrm>
                <a:off x="1116795" y="507377"/>
                <a:ext cx="3671982" cy="533764"/>
              </a:xfrm>
              <a:prstGeom prst="rect">
                <a:avLst/>
              </a:prstGeom>
              <a:noFill/>
              <a:ln w="50800" cmpd="thickThin">
                <a:noFill/>
              </a:ln>
            </p:spPr>
            <p:txBody>
              <a:bodyPr wrap="square" lIns="101882" tIns="50941" rIns="101882" bIns="50941" rtlCol="0">
                <a:spAutoFit/>
              </a:bodyPr>
              <a:lstStyle/>
              <a:p>
                <a:pPr algn="ctr"/>
                <a:r>
                  <a:rPr lang="en-US" sz="2800" b="1" i="1" dirty="0">
                    <a:solidFill>
                      <a:schemeClr val="bg1"/>
                    </a:solidFill>
                  </a:rPr>
                  <a:t>Physics For Doing!</a:t>
                </a:r>
              </a:p>
            </p:txBody>
          </p:sp>
        </p:grpSp>
      </p:grpSp>
      <p:grpSp>
        <p:nvGrpSpPr>
          <p:cNvPr id="46" name="Group 45">
            <a:extLst>
              <a:ext uri="{FF2B5EF4-FFF2-40B4-BE49-F238E27FC236}">
                <a16:creationId xmlns:a16="http://schemas.microsoft.com/office/drawing/2014/main" id="{1F2419E6-6B76-E863-2C00-C8B25DC92168}"/>
              </a:ext>
            </a:extLst>
          </p:cNvPr>
          <p:cNvGrpSpPr/>
          <p:nvPr/>
        </p:nvGrpSpPr>
        <p:grpSpPr>
          <a:xfrm>
            <a:off x="1116795" y="2872361"/>
            <a:ext cx="7131316" cy="533764"/>
            <a:chOff x="1116795" y="507377"/>
            <a:chExt cx="7131316" cy="533764"/>
          </a:xfrm>
        </p:grpSpPr>
        <p:sp>
          <p:nvSpPr>
            <p:cNvPr id="47" name="author">
              <a:extLst>
                <a:ext uri="{FF2B5EF4-FFF2-40B4-BE49-F238E27FC236}">
                  <a16:creationId xmlns:a16="http://schemas.microsoft.com/office/drawing/2014/main" id="{FEA6EF37-1471-1AC9-8AD0-AD72DFD0343C}"/>
                </a:ext>
              </a:extLst>
            </p:cNvPr>
            <p:cNvSpPr txBox="1"/>
            <p:nvPr/>
          </p:nvSpPr>
          <p:spPr>
            <a:xfrm>
              <a:off x="5580462" y="577771"/>
              <a:ext cx="2667649" cy="410654"/>
            </a:xfrm>
            <a:prstGeom prst="rect">
              <a:avLst/>
            </a:prstGeom>
            <a:noFill/>
            <a:ln w="50800" cmpd="thickThin">
              <a:noFill/>
            </a:ln>
          </p:spPr>
          <p:txBody>
            <a:bodyPr wrap="square" lIns="101882" tIns="50941" rIns="101882" bIns="50941" rtlCol="0">
              <a:spAutoFit/>
            </a:bodyPr>
            <a:lstStyle/>
            <a:p>
              <a:r>
                <a:rPr lang="en-US" sz="2000" dirty="0">
                  <a:solidFill>
                    <a:srgbClr val="FFFF00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University of Richmond</a:t>
              </a:r>
            </a:p>
          </p:txBody>
        </p:sp>
        <p:grpSp>
          <p:nvGrpSpPr>
            <p:cNvPr id="48" name="Group 47">
              <a:extLst>
                <a:ext uri="{FF2B5EF4-FFF2-40B4-BE49-F238E27FC236}">
                  <a16:creationId xmlns:a16="http://schemas.microsoft.com/office/drawing/2014/main" id="{96C193A4-06ED-5DB2-1229-5D612A6A2230}"/>
                </a:ext>
              </a:extLst>
            </p:cNvPr>
            <p:cNvGrpSpPr/>
            <p:nvPr/>
          </p:nvGrpSpPr>
          <p:grpSpPr>
            <a:xfrm>
              <a:off x="1116795" y="507377"/>
              <a:ext cx="3671982" cy="533764"/>
              <a:chOff x="1116795" y="507377"/>
              <a:chExt cx="3671982" cy="533764"/>
            </a:xfrm>
          </p:grpSpPr>
          <p:sp>
            <p:nvSpPr>
              <p:cNvPr id="49" name="Parallelogram 48">
                <a:extLst>
                  <a:ext uri="{FF2B5EF4-FFF2-40B4-BE49-F238E27FC236}">
                    <a16:creationId xmlns:a16="http://schemas.microsoft.com/office/drawing/2014/main" id="{61539D23-7E49-C506-067F-60F426F0ED82}"/>
                  </a:ext>
                </a:extLst>
              </p:cNvPr>
              <p:cNvSpPr/>
              <p:nvPr/>
            </p:nvSpPr>
            <p:spPr>
              <a:xfrm>
                <a:off x="1170134" y="554498"/>
                <a:ext cx="3512225" cy="457200"/>
              </a:xfrm>
              <a:prstGeom prst="parallelogram">
                <a:avLst>
                  <a:gd name="adj" fmla="val 19588"/>
                </a:avLst>
              </a:prstGeom>
              <a:solidFill>
                <a:srgbClr val="C00000"/>
              </a:solidFill>
              <a:ln w="50800" cmpd="thickThin">
                <a:solidFill>
                  <a:srgbClr val="FFFF00"/>
                </a:solidFill>
              </a:ln>
            </p:spPr>
            <p:txBody>
              <a:bodyPr wrap="square" lIns="101882" tIns="50941" rIns="101882" bIns="50941" rtlCol="0">
                <a:spAutoFit/>
              </a:bodyPr>
              <a:lstStyle/>
              <a:p>
                <a:pPr lvl="0" algn="ctr"/>
                <a:endParaRPr lang="en-US" sz="2300" dirty="0">
                  <a:solidFill>
                    <a:prstClr val="black"/>
                  </a:solidFill>
                </a:endParaRPr>
              </a:p>
            </p:txBody>
          </p:sp>
          <p:sp>
            <p:nvSpPr>
              <p:cNvPr id="50" name="title text">
                <a:extLst>
                  <a:ext uri="{FF2B5EF4-FFF2-40B4-BE49-F238E27FC236}">
                    <a16:creationId xmlns:a16="http://schemas.microsoft.com/office/drawing/2014/main" id="{0B9D5E03-253A-57FA-158C-7CDC8C1CB104}"/>
                  </a:ext>
                </a:extLst>
              </p:cNvPr>
              <p:cNvSpPr txBox="1"/>
              <p:nvPr/>
            </p:nvSpPr>
            <p:spPr>
              <a:xfrm>
                <a:off x="1116795" y="507377"/>
                <a:ext cx="3671982" cy="533764"/>
              </a:xfrm>
              <a:prstGeom prst="rect">
                <a:avLst/>
              </a:prstGeom>
              <a:noFill/>
              <a:ln w="50800" cmpd="thickThin">
                <a:noFill/>
              </a:ln>
            </p:spPr>
            <p:txBody>
              <a:bodyPr wrap="square" lIns="101882" tIns="50941" rIns="101882" bIns="50941" rtlCol="0">
                <a:spAutoFit/>
              </a:bodyPr>
              <a:lstStyle/>
              <a:p>
                <a:pPr algn="ctr"/>
                <a:r>
                  <a:rPr lang="en-US" sz="2800" b="1" i="1" dirty="0">
                    <a:solidFill>
                      <a:schemeClr val="bg1"/>
                    </a:solidFill>
                  </a:rPr>
                  <a:t>Physics For Doing!</a:t>
                </a:r>
              </a:p>
            </p:txBody>
          </p:sp>
        </p:grpSp>
      </p:grpSp>
      <p:grpSp>
        <p:nvGrpSpPr>
          <p:cNvPr id="51" name="Group 50">
            <a:extLst>
              <a:ext uri="{FF2B5EF4-FFF2-40B4-BE49-F238E27FC236}">
                <a16:creationId xmlns:a16="http://schemas.microsoft.com/office/drawing/2014/main" id="{C8FFEFE1-9D3B-5E1A-0BEA-7DF2981F908C}"/>
              </a:ext>
            </a:extLst>
          </p:cNvPr>
          <p:cNvGrpSpPr/>
          <p:nvPr/>
        </p:nvGrpSpPr>
        <p:grpSpPr>
          <a:xfrm>
            <a:off x="1116795" y="3526351"/>
            <a:ext cx="7131316" cy="533764"/>
            <a:chOff x="1116795" y="507377"/>
            <a:chExt cx="7131316" cy="533764"/>
          </a:xfrm>
        </p:grpSpPr>
        <p:sp>
          <p:nvSpPr>
            <p:cNvPr id="52" name="author">
              <a:extLst>
                <a:ext uri="{FF2B5EF4-FFF2-40B4-BE49-F238E27FC236}">
                  <a16:creationId xmlns:a16="http://schemas.microsoft.com/office/drawing/2014/main" id="{EB7B45D1-8DAE-C0C9-B611-E0A2A0AE9BA8}"/>
                </a:ext>
              </a:extLst>
            </p:cNvPr>
            <p:cNvSpPr txBox="1"/>
            <p:nvPr/>
          </p:nvSpPr>
          <p:spPr>
            <a:xfrm>
              <a:off x="5580462" y="577771"/>
              <a:ext cx="2667649" cy="410654"/>
            </a:xfrm>
            <a:prstGeom prst="rect">
              <a:avLst/>
            </a:prstGeom>
            <a:noFill/>
            <a:ln w="50800" cmpd="thickThin">
              <a:noFill/>
            </a:ln>
          </p:spPr>
          <p:txBody>
            <a:bodyPr wrap="square" lIns="101882" tIns="50941" rIns="101882" bIns="50941" rtlCol="0">
              <a:spAutoFit/>
            </a:bodyPr>
            <a:lstStyle/>
            <a:p>
              <a:r>
                <a:rPr lang="en-US" sz="2000" dirty="0">
                  <a:solidFill>
                    <a:srgbClr val="FFFF00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University of Richmond</a:t>
              </a:r>
            </a:p>
          </p:txBody>
        </p:sp>
        <p:grpSp>
          <p:nvGrpSpPr>
            <p:cNvPr id="53" name="Group 52">
              <a:extLst>
                <a:ext uri="{FF2B5EF4-FFF2-40B4-BE49-F238E27FC236}">
                  <a16:creationId xmlns:a16="http://schemas.microsoft.com/office/drawing/2014/main" id="{EE634F08-D334-1CD1-2E16-10C213AB6F9A}"/>
                </a:ext>
              </a:extLst>
            </p:cNvPr>
            <p:cNvGrpSpPr/>
            <p:nvPr/>
          </p:nvGrpSpPr>
          <p:grpSpPr>
            <a:xfrm>
              <a:off x="1116795" y="507377"/>
              <a:ext cx="3671982" cy="533764"/>
              <a:chOff x="1116795" y="507377"/>
              <a:chExt cx="3671982" cy="533764"/>
            </a:xfrm>
          </p:grpSpPr>
          <p:sp>
            <p:nvSpPr>
              <p:cNvPr id="54" name="Parallelogram 53">
                <a:extLst>
                  <a:ext uri="{FF2B5EF4-FFF2-40B4-BE49-F238E27FC236}">
                    <a16:creationId xmlns:a16="http://schemas.microsoft.com/office/drawing/2014/main" id="{698DAD9F-8E0E-E2F7-5649-DA4FF431E946}"/>
                  </a:ext>
                </a:extLst>
              </p:cNvPr>
              <p:cNvSpPr/>
              <p:nvPr/>
            </p:nvSpPr>
            <p:spPr>
              <a:xfrm>
                <a:off x="1170134" y="554498"/>
                <a:ext cx="3512225" cy="457200"/>
              </a:xfrm>
              <a:prstGeom prst="parallelogram">
                <a:avLst>
                  <a:gd name="adj" fmla="val 19588"/>
                </a:avLst>
              </a:prstGeom>
              <a:solidFill>
                <a:srgbClr val="C00000"/>
              </a:solidFill>
              <a:ln w="50800" cmpd="thickThin">
                <a:solidFill>
                  <a:srgbClr val="FFFF00"/>
                </a:solidFill>
              </a:ln>
            </p:spPr>
            <p:txBody>
              <a:bodyPr wrap="square" lIns="101882" tIns="50941" rIns="101882" bIns="50941" rtlCol="0">
                <a:spAutoFit/>
              </a:bodyPr>
              <a:lstStyle/>
              <a:p>
                <a:pPr lvl="0" algn="ctr"/>
                <a:endParaRPr lang="en-US" sz="2300" dirty="0">
                  <a:solidFill>
                    <a:prstClr val="black"/>
                  </a:solidFill>
                </a:endParaRPr>
              </a:p>
            </p:txBody>
          </p:sp>
          <p:sp>
            <p:nvSpPr>
              <p:cNvPr id="55" name="title text">
                <a:extLst>
                  <a:ext uri="{FF2B5EF4-FFF2-40B4-BE49-F238E27FC236}">
                    <a16:creationId xmlns:a16="http://schemas.microsoft.com/office/drawing/2014/main" id="{F7A2EA81-E93F-F2AA-68F0-94349593EA05}"/>
                  </a:ext>
                </a:extLst>
              </p:cNvPr>
              <p:cNvSpPr txBox="1"/>
              <p:nvPr/>
            </p:nvSpPr>
            <p:spPr>
              <a:xfrm>
                <a:off x="1116795" y="507377"/>
                <a:ext cx="3671982" cy="533764"/>
              </a:xfrm>
              <a:prstGeom prst="rect">
                <a:avLst/>
              </a:prstGeom>
              <a:noFill/>
              <a:ln w="50800" cmpd="thickThin">
                <a:noFill/>
              </a:ln>
            </p:spPr>
            <p:txBody>
              <a:bodyPr wrap="square" lIns="101882" tIns="50941" rIns="101882" bIns="50941" rtlCol="0">
                <a:spAutoFit/>
              </a:bodyPr>
              <a:lstStyle/>
              <a:p>
                <a:pPr algn="ctr"/>
                <a:r>
                  <a:rPr lang="en-US" sz="2800" b="1" i="1" dirty="0">
                    <a:solidFill>
                      <a:schemeClr val="bg1"/>
                    </a:solidFill>
                  </a:rPr>
                  <a:t>Physics For Doing!</a:t>
                </a:r>
              </a:p>
            </p:txBody>
          </p:sp>
        </p:grpSp>
      </p:grpSp>
      <p:grpSp>
        <p:nvGrpSpPr>
          <p:cNvPr id="56" name="Group 55">
            <a:extLst>
              <a:ext uri="{FF2B5EF4-FFF2-40B4-BE49-F238E27FC236}">
                <a16:creationId xmlns:a16="http://schemas.microsoft.com/office/drawing/2014/main" id="{CAAA567D-2CB7-C112-983B-AF6142FCA27F}"/>
              </a:ext>
            </a:extLst>
          </p:cNvPr>
          <p:cNvGrpSpPr/>
          <p:nvPr/>
        </p:nvGrpSpPr>
        <p:grpSpPr>
          <a:xfrm>
            <a:off x="1116795" y="4180341"/>
            <a:ext cx="7131316" cy="533764"/>
            <a:chOff x="1116795" y="507377"/>
            <a:chExt cx="7131316" cy="533764"/>
          </a:xfrm>
        </p:grpSpPr>
        <p:sp>
          <p:nvSpPr>
            <p:cNvPr id="57" name="author">
              <a:extLst>
                <a:ext uri="{FF2B5EF4-FFF2-40B4-BE49-F238E27FC236}">
                  <a16:creationId xmlns:a16="http://schemas.microsoft.com/office/drawing/2014/main" id="{8AB38881-F630-F442-7063-098830EA8496}"/>
                </a:ext>
              </a:extLst>
            </p:cNvPr>
            <p:cNvSpPr txBox="1"/>
            <p:nvPr/>
          </p:nvSpPr>
          <p:spPr>
            <a:xfrm>
              <a:off x="5580462" y="577771"/>
              <a:ext cx="2667649" cy="410654"/>
            </a:xfrm>
            <a:prstGeom prst="rect">
              <a:avLst/>
            </a:prstGeom>
            <a:noFill/>
            <a:ln w="50800" cmpd="thickThin">
              <a:noFill/>
            </a:ln>
          </p:spPr>
          <p:txBody>
            <a:bodyPr wrap="square" lIns="101882" tIns="50941" rIns="101882" bIns="50941" rtlCol="0">
              <a:spAutoFit/>
            </a:bodyPr>
            <a:lstStyle/>
            <a:p>
              <a:r>
                <a:rPr lang="en-US" sz="2000" dirty="0">
                  <a:solidFill>
                    <a:srgbClr val="FFFF00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University of Richmond</a:t>
              </a:r>
            </a:p>
          </p:txBody>
        </p:sp>
        <p:grpSp>
          <p:nvGrpSpPr>
            <p:cNvPr id="58" name="Group 57">
              <a:extLst>
                <a:ext uri="{FF2B5EF4-FFF2-40B4-BE49-F238E27FC236}">
                  <a16:creationId xmlns:a16="http://schemas.microsoft.com/office/drawing/2014/main" id="{C76A5028-228C-CA08-97B9-866CC5F86B54}"/>
                </a:ext>
              </a:extLst>
            </p:cNvPr>
            <p:cNvGrpSpPr/>
            <p:nvPr/>
          </p:nvGrpSpPr>
          <p:grpSpPr>
            <a:xfrm>
              <a:off x="1116795" y="507377"/>
              <a:ext cx="3671982" cy="533764"/>
              <a:chOff x="1116795" y="507377"/>
              <a:chExt cx="3671982" cy="533764"/>
            </a:xfrm>
          </p:grpSpPr>
          <p:sp>
            <p:nvSpPr>
              <p:cNvPr id="59" name="Parallelogram 58">
                <a:extLst>
                  <a:ext uri="{FF2B5EF4-FFF2-40B4-BE49-F238E27FC236}">
                    <a16:creationId xmlns:a16="http://schemas.microsoft.com/office/drawing/2014/main" id="{EFA004CA-8920-8ACF-FDF5-2103D47AB344}"/>
                  </a:ext>
                </a:extLst>
              </p:cNvPr>
              <p:cNvSpPr/>
              <p:nvPr/>
            </p:nvSpPr>
            <p:spPr>
              <a:xfrm>
                <a:off x="1170134" y="554498"/>
                <a:ext cx="3512225" cy="457200"/>
              </a:xfrm>
              <a:prstGeom prst="parallelogram">
                <a:avLst>
                  <a:gd name="adj" fmla="val 19588"/>
                </a:avLst>
              </a:prstGeom>
              <a:solidFill>
                <a:srgbClr val="C00000"/>
              </a:solidFill>
              <a:ln w="50800" cmpd="thickThin">
                <a:solidFill>
                  <a:srgbClr val="FFFF00"/>
                </a:solidFill>
              </a:ln>
            </p:spPr>
            <p:txBody>
              <a:bodyPr wrap="square" lIns="101882" tIns="50941" rIns="101882" bIns="50941" rtlCol="0">
                <a:spAutoFit/>
              </a:bodyPr>
              <a:lstStyle/>
              <a:p>
                <a:pPr lvl="0" algn="ctr"/>
                <a:endParaRPr lang="en-US" sz="2300" dirty="0">
                  <a:solidFill>
                    <a:prstClr val="black"/>
                  </a:solidFill>
                </a:endParaRPr>
              </a:p>
            </p:txBody>
          </p:sp>
          <p:sp>
            <p:nvSpPr>
              <p:cNvPr id="60" name="title text">
                <a:extLst>
                  <a:ext uri="{FF2B5EF4-FFF2-40B4-BE49-F238E27FC236}">
                    <a16:creationId xmlns:a16="http://schemas.microsoft.com/office/drawing/2014/main" id="{D5320404-FCB8-14D2-28BC-22D63D6C89D7}"/>
                  </a:ext>
                </a:extLst>
              </p:cNvPr>
              <p:cNvSpPr txBox="1"/>
              <p:nvPr/>
            </p:nvSpPr>
            <p:spPr>
              <a:xfrm>
                <a:off x="1116795" y="507377"/>
                <a:ext cx="3671982" cy="533764"/>
              </a:xfrm>
              <a:prstGeom prst="rect">
                <a:avLst/>
              </a:prstGeom>
              <a:noFill/>
              <a:ln w="50800" cmpd="thickThin">
                <a:noFill/>
              </a:ln>
            </p:spPr>
            <p:txBody>
              <a:bodyPr wrap="square" lIns="101882" tIns="50941" rIns="101882" bIns="50941" rtlCol="0">
                <a:spAutoFit/>
              </a:bodyPr>
              <a:lstStyle/>
              <a:p>
                <a:pPr algn="ctr"/>
                <a:r>
                  <a:rPr lang="en-US" sz="2800" b="1" i="1" dirty="0">
                    <a:solidFill>
                      <a:schemeClr val="bg1"/>
                    </a:solidFill>
                  </a:rPr>
                  <a:t>Physics For Doing!</a:t>
                </a:r>
              </a:p>
            </p:txBody>
          </p:sp>
        </p:grpSp>
      </p:grpSp>
      <p:grpSp>
        <p:nvGrpSpPr>
          <p:cNvPr id="61" name="Group 60">
            <a:extLst>
              <a:ext uri="{FF2B5EF4-FFF2-40B4-BE49-F238E27FC236}">
                <a16:creationId xmlns:a16="http://schemas.microsoft.com/office/drawing/2014/main" id="{126FE01A-BDD7-D55D-71F0-5BA195678F72}"/>
              </a:ext>
            </a:extLst>
          </p:cNvPr>
          <p:cNvGrpSpPr/>
          <p:nvPr/>
        </p:nvGrpSpPr>
        <p:grpSpPr>
          <a:xfrm>
            <a:off x="1116795" y="4834331"/>
            <a:ext cx="7131316" cy="533764"/>
            <a:chOff x="1116795" y="507377"/>
            <a:chExt cx="7131316" cy="533764"/>
          </a:xfrm>
        </p:grpSpPr>
        <p:sp>
          <p:nvSpPr>
            <p:cNvPr id="107" name="author">
              <a:extLst>
                <a:ext uri="{FF2B5EF4-FFF2-40B4-BE49-F238E27FC236}">
                  <a16:creationId xmlns:a16="http://schemas.microsoft.com/office/drawing/2014/main" id="{BBDFDB08-9F0D-B932-EF1A-8C60C971DA23}"/>
                </a:ext>
              </a:extLst>
            </p:cNvPr>
            <p:cNvSpPr txBox="1"/>
            <p:nvPr/>
          </p:nvSpPr>
          <p:spPr>
            <a:xfrm>
              <a:off x="5580462" y="577771"/>
              <a:ext cx="2667649" cy="410654"/>
            </a:xfrm>
            <a:prstGeom prst="rect">
              <a:avLst/>
            </a:prstGeom>
            <a:noFill/>
            <a:ln w="50800" cmpd="thickThin">
              <a:noFill/>
            </a:ln>
          </p:spPr>
          <p:txBody>
            <a:bodyPr wrap="square" lIns="101882" tIns="50941" rIns="101882" bIns="50941" rtlCol="0">
              <a:spAutoFit/>
            </a:bodyPr>
            <a:lstStyle/>
            <a:p>
              <a:r>
                <a:rPr lang="en-US" sz="2000" dirty="0">
                  <a:solidFill>
                    <a:srgbClr val="FFFF00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University of Richmond</a:t>
              </a:r>
            </a:p>
          </p:txBody>
        </p:sp>
        <p:grpSp>
          <p:nvGrpSpPr>
            <p:cNvPr id="108" name="Group 107">
              <a:extLst>
                <a:ext uri="{FF2B5EF4-FFF2-40B4-BE49-F238E27FC236}">
                  <a16:creationId xmlns:a16="http://schemas.microsoft.com/office/drawing/2014/main" id="{BBB3C93E-651E-A976-F8C1-0C8AF90D2706}"/>
                </a:ext>
              </a:extLst>
            </p:cNvPr>
            <p:cNvGrpSpPr/>
            <p:nvPr/>
          </p:nvGrpSpPr>
          <p:grpSpPr>
            <a:xfrm>
              <a:off x="1116795" y="507377"/>
              <a:ext cx="3671982" cy="533764"/>
              <a:chOff x="1116795" y="507377"/>
              <a:chExt cx="3671982" cy="533764"/>
            </a:xfrm>
          </p:grpSpPr>
          <p:sp>
            <p:nvSpPr>
              <p:cNvPr id="109" name="Parallelogram 108">
                <a:extLst>
                  <a:ext uri="{FF2B5EF4-FFF2-40B4-BE49-F238E27FC236}">
                    <a16:creationId xmlns:a16="http://schemas.microsoft.com/office/drawing/2014/main" id="{0F646DCA-CC84-9E44-836D-72E86DEB69D7}"/>
                  </a:ext>
                </a:extLst>
              </p:cNvPr>
              <p:cNvSpPr/>
              <p:nvPr/>
            </p:nvSpPr>
            <p:spPr>
              <a:xfrm>
                <a:off x="1170134" y="554498"/>
                <a:ext cx="3512225" cy="457200"/>
              </a:xfrm>
              <a:prstGeom prst="parallelogram">
                <a:avLst>
                  <a:gd name="adj" fmla="val 19588"/>
                </a:avLst>
              </a:prstGeom>
              <a:solidFill>
                <a:srgbClr val="C00000"/>
              </a:solidFill>
              <a:ln w="50800" cmpd="thickThin">
                <a:solidFill>
                  <a:srgbClr val="FFFF00"/>
                </a:solidFill>
              </a:ln>
            </p:spPr>
            <p:txBody>
              <a:bodyPr wrap="square" lIns="101882" tIns="50941" rIns="101882" bIns="50941" rtlCol="0">
                <a:spAutoFit/>
              </a:bodyPr>
              <a:lstStyle/>
              <a:p>
                <a:pPr lvl="0" algn="ctr"/>
                <a:endParaRPr lang="en-US" sz="2300" dirty="0">
                  <a:solidFill>
                    <a:prstClr val="black"/>
                  </a:solidFill>
                </a:endParaRPr>
              </a:p>
            </p:txBody>
          </p:sp>
          <p:sp>
            <p:nvSpPr>
              <p:cNvPr id="110" name="title text">
                <a:extLst>
                  <a:ext uri="{FF2B5EF4-FFF2-40B4-BE49-F238E27FC236}">
                    <a16:creationId xmlns:a16="http://schemas.microsoft.com/office/drawing/2014/main" id="{1F5DB51F-5401-DABE-5EE6-00AC4F8F0B3E}"/>
                  </a:ext>
                </a:extLst>
              </p:cNvPr>
              <p:cNvSpPr txBox="1"/>
              <p:nvPr/>
            </p:nvSpPr>
            <p:spPr>
              <a:xfrm>
                <a:off x="1116795" y="507377"/>
                <a:ext cx="3671982" cy="533764"/>
              </a:xfrm>
              <a:prstGeom prst="rect">
                <a:avLst/>
              </a:prstGeom>
              <a:noFill/>
              <a:ln w="50800" cmpd="thickThin">
                <a:noFill/>
              </a:ln>
            </p:spPr>
            <p:txBody>
              <a:bodyPr wrap="square" lIns="101882" tIns="50941" rIns="101882" bIns="50941" rtlCol="0">
                <a:spAutoFit/>
              </a:bodyPr>
              <a:lstStyle/>
              <a:p>
                <a:pPr algn="ctr"/>
                <a:r>
                  <a:rPr lang="en-US" sz="2800" b="1" i="1" dirty="0">
                    <a:solidFill>
                      <a:schemeClr val="bg1"/>
                    </a:solidFill>
                  </a:rPr>
                  <a:t>Physics For Doing!</a:t>
                </a:r>
              </a:p>
            </p:txBody>
          </p:sp>
        </p:grpSp>
      </p:grpSp>
      <p:grpSp>
        <p:nvGrpSpPr>
          <p:cNvPr id="111" name="Group 110">
            <a:extLst>
              <a:ext uri="{FF2B5EF4-FFF2-40B4-BE49-F238E27FC236}">
                <a16:creationId xmlns:a16="http://schemas.microsoft.com/office/drawing/2014/main" id="{081AECBB-DDBC-78D6-21A7-3647A2215611}"/>
              </a:ext>
            </a:extLst>
          </p:cNvPr>
          <p:cNvGrpSpPr/>
          <p:nvPr/>
        </p:nvGrpSpPr>
        <p:grpSpPr>
          <a:xfrm>
            <a:off x="1116795" y="5488321"/>
            <a:ext cx="7131316" cy="533764"/>
            <a:chOff x="1116795" y="507377"/>
            <a:chExt cx="7131316" cy="533764"/>
          </a:xfrm>
        </p:grpSpPr>
        <p:sp>
          <p:nvSpPr>
            <p:cNvPr id="112" name="author">
              <a:extLst>
                <a:ext uri="{FF2B5EF4-FFF2-40B4-BE49-F238E27FC236}">
                  <a16:creationId xmlns:a16="http://schemas.microsoft.com/office/drawing/2014/main" id="{52FB21CC-7063-84B9-1ACA-4D7103E64F51}"/>
                </a:ext>
              </a:extLst>
            </p:cNvPr>
            <p:cNvSpPr txBox="1"/>
            <p:nvPr/>
          </p:nvSpPr>
          <p:spPr>
            <a:xfrm>
              <a:off x="5580462" y="577771"/>
              <a:ext cx="2667649" cy="410654"/>
            </a:xfrm>
            <a:prstGeom prst="rect">
              <a:avLst/>
            </a:prstGeom>
            <a:noFill/>
            <a:ln w="50800" cmpd="thickThin">
              <a:noFill/>
            </a:ln>
          </p:spPr>
          <p:txBody>
            <a:bodyPr wrap="square" lIns="101882" tIns="50941" rIns="101882" bIns="50941" rtlCol="0">
              <a:spAutoFit/>
            </a:bodyPr>
            <a:lstStyle/>
            <a:p>
              <a:r>
                <a:rPr lang="en-US" sz="2000" dirty="0">
                  <a:solidFill>
                    <a:srgbClr val="FFFF00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University of Richmond</a:t>
              </a:r>
            </a:p>
          </p:txBody>
        </p:sp>
        <p:grpSp>
          <p:nvGrpSpPr>
            <p:cNvPr id="113" name="Group 112">
              <a:extLst>
                <a:ext uri="{FF2B5EF4-FFF2-40B4-BE49-F238E27FC236}">
                  <a16:creationId xmlns:a16="http://schemas.microsoft.com/office/drawing/2014/main" id="{05B0370C-E2AC-95DB-5BFB-60CDD8F2A845}"/>
                </a:ext>
              </a:extLst>
            </p:cNvPr>
            <p:cNvGrpSpPr/>
            <p:nvPr/>
          </p:nvGrpSpPr>
          <p:grpSpPr>
            <a:xfrm>
              <a:off x="1116795" y="507377"/>
              <a:ext cx="3671982" cy="533764"/>
              <a:chOff x="1116795" y="507377"/>
              <a:chExt cx="3671982" cy="533764"/>
            </a:xfrm>
          </p:grpSpPr>
          <p:sp>
            <p:nvSpPr>
              <p:cNvPr id="114" name="Parallelogram 113">
                <a:extLst>
                  <a:ext uri="{FF2B5EF4-FFF2-40B4-BE49-F238E27FC236}">
                    <a16:creationId xmlns:a16="http://schemas.microsoft.com/office/drawing/2014/main" id="{AEE7BE5F-3E69-6F7A-3F64-2EB2296CF581}"/>
                  </a:ext>
                </a:extLst>
              </p:cNvPr>
              <p:cNvSpPr/>
              <p:nvPr/>
            </p:nvSpPr>
            <p:spPr>
              <a:xfrm>
                <a:off x="1170134" y="554498"/>
                <a:ext cx="3512225" cy="457200"/>
              </a:xfrm>
              <a:prstGeom prst="parallelogram">
                <a:avLst>
                  <a:gd name="adj" fmla="val 19588"/>
                </a:avLst>
              </a:prstGeom>
              <a:solidFill>
                <a:srgbClr val="C00000"/>
              </a:solidFill>
              <a:ln w="50800" cmpd="thickThin">
                <a:solidFill>
                  <a:srgbClr val="FFFF00"/>
                </a:solidFill>
              </a:ln>
            </p:spPr>
            <p:txBody>
              <a:bodyPr wrap="square" lIns="101882" tIns="50941" rIns="101882" bIns="50941" rtlCol="0">
                <a:spAutoFit/>
              </a:bodyPr>
              <a:lstStyle/>
              <a:p>
                <a:pPr lvl="0" algn="ctr"/>
                <a:endParaRPr lang="en-US" sz="2300" dirty="0">
                  <a:solidFill>
                    <a:prstClr val="black"/>
                  </a:solidFill>
                </a:endParaRPr>
              </a:p>
            </p:txBody>
          </p:sp>
          <p:sp>
            <p:nvSpPr>
              <p:cNvPr id="115" name="title text">
                <a:extLst>
                  <a:ext uri="{FF2B5EF4-FFF2-40B4-BE49-F238E27FC236}">
                    <a16:creationId xmlns:a16="http://schemas.microsoft.com/office/drawing/2014/main" id="{D162198C-AEFF-B097-6FFD-B156138AE959}"/>
                  </a:ext>
                </a:extLst>
              </p:cNvPr>
              <p:cNvSpPr txBox="1"/>
              <p:nvPr/>
            </p:nvSpPr>
            <p:spPr>
              <a:xfrm>
                <a:off x="1116795" y="507377"/>
                <a:ext cx="3671982" cy="533764"/>
              </a:xfrm>
              <a:prstGeom prst="rect">
                <a:avLst/>
              </a:prstGeom>
              <a:noFill/>
              <a:ln w="50800" cmpd="thickThin">
                <a:noFill/>
              </a:ln>
            </p:spPr>
            <p:txBody>
              <a:bodyPr wrap="square" lIns="101882" tIns="50941" rIns="101882" bIns="50941" rtlCol="0">
                <a:spAutoFit/>
              </a:bodyPr>
              <a:lstStyle/>
              <a:p>
                <a:pPr algn="ctr"/>
                <a:r>
                  <a:rPr lang="en-US" sz="2800" b="1" i="1" dirty="0">
                    <a:solidFill>
                      <a:schemeClr val="bg1"/>
                    </a:solidFill>
                  </a:rPr>
                  <a:t>Physics For Doing!</a:t>
                </a:r>
              </a:p>
            </p:txBody>
          </p:sp>
        </p:grpSp>
      </p:grpSp>
      <p:grpSp>
        <p:nvGrpSpPr>
          <p:cNvPr id="116" name="Group 115">
            <a:extLst>
              <a:ext uri="{FF2B5EF4-FFF2-40B4-BE49-F238E27FC236}">
                <a16:creationId xmlns:a16="http://schemas.microsoft.com/office/drawing/2014/main" id="{227FD6B3-AF83-C1FD-3D67-671DAE44EB45}"/>
              </a:ext>
            </a:extLst>
          </p:cNvPr>
          <p:cNvGrpSpPr/>
          <p:nvPr/>
        </p:nvGrpSpPr>
        <p:grpSpPr>
          <a:xfrm>
            <a:off x="1116795" y="6142309"/>
            <a:ext cx="7131316" cy="533764"/>
            <a:chOff x="1116795" y="507377"/>
            <a:chExt cx="7131316" cy="533764"/>
          </a:xfrm>
        </p:grpSpPr>
        <p:sp>
          <p:nvSpPr>
            <p:cNvPr id="117" name="author">
              <a:extLst>
                <a:ext uri="{FF2B5EF4-FFF2-40B4-BE49-F238E27FC236}">
                  <a16:creationId xmlns:a16="http://schemas.microsoft.com/office/drawing/2014/main" id="{E1FA7B3A-D665-281E-0BE2-A900BFC9E0D2}"/>
                </a:ext>
              </a:extLst>
            </p:cNvPr>
            <p:cNvSpPr txBox="1"/>
            <p:nvPr/>
          </p:nvSpPr>
          <p:spPr>
            <a:xfrm>
              <a:off x="5580462" y="577771"/>
              <a:ext cx="2667649" cy="410654"/>
            </a:xfrm>
            <a:prstGeom prst="rect">
              <a:avLst/>
            </a:prstGeom>
            <a:noFill/>
            <a:ln w="50800" cmpd="thickThin">
              <a:noFill/>
            </a:ln>
          </p:spPr>
          <p:txBody>
            <a:bodyPr wrap="square" lIns="101882" tIns="50941" rIns="101882" bIns="50941" rtlCol="0">
              <a:spAutoFit/>
            </a:bodyPr>
            <a:lstStyle/>
            <a:p>
              <a:r>
                <a:rPr lang="en-US" sz="2000" dirty="0">
                  <a:solidFill>
                    <a:srgbClr val="FFFF00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University of Richmond</a:t>
              </a:r>
            </a:p>
          </p:txBody>
        </p:sp>
        <p:grpSp>
          <p:nvGrpSpPr>
            <p:cNvPr id="118" name="Group 117">
              <a:extLst>
                <a:ext uri="{FF2B5EF4-FFF2-40B4-BE49-F238E27FC236}">
                  <a16:creationId xmlns:a16="http://schemas.microsoft.com/office/drawing/2014/main" id="{6B31F5F6-ED16-DF05-5B00-F6D85057F106}"/>
                </a:ext>
              </a:extLst>
            </p:cNvPr>
            <p:cNvGrpSpPr/>
            <p:nvPr/>
          </p:nvGrpSpPr>
          <p:grpSpPr>
            <a:xfrm>
              <a:off x="1116795" y="507377"/>
              <a:ext cx="3671982" cy="533764"/>
              <a:chOff x="1116795" y="507377"/>
              <a:chExt cx="3671982" cy="533764"/>
            </a:xfrm>
          </p:grpSpPr>
          <p:sp>
            <p:nvSpPr>
              <p:cNvPr id="119" name="Parallelogram 118">
                <a:extLst>
                  <a:ext uri="{FF2B5EF4-FFF2-40B4-BE49-F238E27FC236}">
                    <a16:creationId xmlns:a16="http://schemas.microsoft.com/office/drawing/2014/main" id="{1CD1FF4E-4385-A67A-AC95-890D0304F878}"/>
                  </a:ext>
                </a:extLst>
              </p:cNvPr>
              <p:cNvSpPr/>
              <p:nvPr/>
            </p:nvSpPr>
            <p:spPr>
              <a:xfrm>
                <a:off x="1170134" y="554498"/>
                <a:ext cx="3512225" cy="457200"/>
              </a:xfrm>
              <a:prstGeom prst="parallelogram">
                <a:avLst>
                  <a:gd name="adj" fmla="val 19588"/>
                </a:avLst>
              </a:prstGeom>
              <a:solidFill>
                <a:srgbClr val="C00000"/>
              </a:solidFill>
              <a:ln w="50800" cmpd="thickThin">
                <a:solidFill>
                  <a:srgbClr val="FFFF00"/>
                </a:solidFill>
              </a:ln>
            </p:spPr>
            <p:txBody>
              <a:bodyPr wrap="square" lIns="101882" tIns="50941" rIns="101882" bIns="50941" rtlCol="0">
                <a:spAutoFit/>
              </a:bodyPr>
              <a:lstStyle/>
              <a:p>
                <a:pPr lvl="0" algn="ctr"/>
                <a:endParaRPr lang="en-US" sz="2300" dirty="0">
                  <a:solidFill>
                    <a:prstClr val="black"/>
                  </a:solidFill>
                </a:endParaRPr>
              </a:p>
            </p:txBody>
          </p:sp>
          <p:sp>
            <p:nvSpPr>
              <p:cNvPr id="120" name="title text">
                <a:extLst>
                  <a:ext uri="{FF2B5EF4-FFF2-40B4-BE49-F238E27FC236}">
                    <a16:creationId xmlns:a16="http://schemas.microsoft.com/office/drawing/2014/main" id="{D8425DEE-3D6D-9D6B-86A8-B30EE6BF065F}"/>
                  </a:ext>
                </a:extLst>
              </p:cNvPr>
              <p:cNvSpPr txBox="1"/>
              <p:nvPr/>
            </p:nvSpPr>
            <p:spPr>
              <a:xfrm>
                <a:off x="1116795" y="507377"/>
                <a:ext cx="3671982" cy="533764"/>
              </a:xfrm>
              <a:prstGeom prst="rect">
                <a:avLst/>
              </a:prstGeom>
              <a:noFill/>
              <a:ln w="50800" cmpd="thickThin">
                <a:noFill/>
              </a:ln>
            </p:spPr>
            <p:txBody>
              <a:bodyPr wrap="square" lIns="101882" tIns="50941" rIns="101882" bIns="50941" rtlCol="0">
                <a:spAutoFit/>
              </a:bodyPr>
              <a:lstStyle/>
              <a:p>
                <a:pPr algn="ctr"/>
                <a:r>
                  <a:rPr lang="en-US" sz="2800" b="1" i="1" dirty="0">
                    <a:solidFill>
                      <a:schemeClr val="bg1"/>
                    </a:solidFill>
                  </a:rPr>
                  <a:t>Physics For Doing!</a:t>
                </a: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92853719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0</TotalTime>
  <Words>75</Words>
  <Application>Microsoft Office PowerPoint</Application>
  <PresentationFormat>Letter Paper (8.5x11 in)</PresentationFormat>
  <Paragraphs>22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Company>University of Richmond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Trawick, Matt</dc:creator>
  <cp:lastModifiedBy>Trawick, Matt</cp:lastModifiedBy>
  <cp:revision>7</cp:revision>
  <cp:lastPrinted>2026-08-29T16:55:59Z</cp:lastPrinted>
  <dcterms:created xsi:type="dcterms:W3CDTF">2024-03-08T03:16:43Z</dcterms:created>
  <dcterms:modified xsi:type="dcterms:W3CDTF">2026-08-29T16:56:18Z</dcterms:modified>
</cp:coreProperties>
</file>